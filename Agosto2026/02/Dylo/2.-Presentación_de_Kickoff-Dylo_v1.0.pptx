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94" r:id="rId5"/>
    <p:sldMasterId id="2147483798" r:id="rId6"/>
  </p:sldMasterIdLst>
  <p:notesMasterIdLst>
    <p:notesMasterId r:id="rId18"/>
  </p:notesMasterIdLst>
  <p:sldIdLst>
    <p:sldId id="2147469026" r:id="rId7"/>
    <p:sldId id="2147483271" r:id="rId8"/>
    <p:sldId id="2147483279" r:id="rId9"/>
    <p:sldId id="2147483281" r:id="rId10"/>
    <p:sldId id="2147483273" r:id="rId11"/>
    <p:sldId id="2147483275" r:id="rId12"/>
    <p:sldId id="2147483286" r:id="rId13"/>
    <p:sldId id="2147483283" r:id="rId14"/>
    <p:sldId id="2147483287" r:id="rId15"/>
    <p:sldId id="2147483277" r:id="rId16"/>
    <p:sldId id="2147483285"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F20"/>
    <a:srgbClr val="C75E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9DB10E-CBCA-4E7A-9D1F-E393F4AD88C4}" v="1661" dt="2026-08-05T15:38:47.453"/>
    <p1510:client id="{B13AC3E7-72D5-4F67-8D6E-34E653D205E1}" v="13" dt="2026-08-04T15:51:22.38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1" d="100"/>
          <a:sy n="91" d="100"/>
        </p:scale>
        <p:origin x="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Larios Jurado" userId="8f104481-d9ab-4cdc-ac3e-e12ab067789a" providerId="ADAL" clId="{FFC2E796-BF0A-4A02-9544-2D4D0A5B7518}"/>
    <pc:docChg chg="undo custSel addSld delSld modSld sldOrd modMainMaster">
      <pc:chgData name="Cesar Larios Jurado" userId="8f104481-d9ab-4cdc-ac3e-e12ab067789a" providerId="ADAL" clId="{FFC2E796-BF0A-4A02-9544-2D4D0A5B7518}" dt="2026-08-05T15:43:43.588" v="1825" actId="14100"/>
      <pc:docMkLst>
        <pc:docMk/>
      </pc:docMkLst>
      <pc:sldChg chg="add del">
        <pc:chgData name="Cesar Larios Jurado" userId="8f104481-d9ab-4cdc-ac3e-e12ab067789a" providerId="ADAL" clId="{FFC2E796-BF0A-4A02-9544-2D4D0A5B7518}" dt="2026-08-05T15:39:03.073" v="1803" actId="47"/>
        <pc:sldMkLst>
          <pc:docMk/>
          <pc:sldMk cId="989483451" sldId="1613"/>
        </pc:sldMkLst>
      </pc:sldChg>
      <pc:sldChg chg="addSp delSp modSp mod modClrScheme chgLayout">
        <pc:chgData name="Cesar Larios Jurado" userId="8f104481-d9ab-4cdc-ac3e-e12ab067789a" providerId="ADAL" clId="{FFC2E796-BF0A-4A02-9544-2D4D0A5B7518}" dt="2026-08-05T15:06:50.942" v="1635" actId="700"/>
        <pc:sldMkLst>
          <pc:docMk/>
          <pc:sldMk cId="1436801557" sldId="2147469026"/>
        </pc:sldMkLst>
        <pc:spChg chg="add del mod ord">
          <ac:chgData name="Cesar Larios Jurado" userId="8f104481-d9ab-4cdc-ac3e-e12ab067789a" providerId="ADAL" clId="{FFC2E796-BF0A-4A02-9544-2D4D0A5B7518}" dt="2026-08-05T15:05:15.503" v="1631" actId="6264"/>
          <ac:spMkLst>
            <pc:docMk/>
            <pc:sldMk cId="1436801557" sldId="2147469026"/>
            <ac:spMk id="2" creationId="{AE49A010-D88D-7FB2-2968-CF94535BDA9E}"/>
          </ac:spMkLst>
        </pc:spChg>
        <pc:spChg chg="add del mod ord">
          <ac:chgData name="Cesar Larios Jurado" userId="8f104481-d9ab-4cdc-ac3e-e12ab067789a" providerId="ADAL" clId="{FFC2E796-BF0A-4A02-9544-2D4D0A5B7518}" dt="2026-08-05T15:06:50.942" v="1635" actId="700"/>
          <ac:spMkLst>
            <pc:docMk/>
            <pc:sldMk cId="1436801557" sldId="2147469026"/>
            <ac:spMk id="3" creationId="{C7EB3A51-FA1D-2E16-9E77-A0FB53C69C80}"/>
          </ac:spMkLst>
        </pc:spChg>
      </pc:sldChg>
      <pc:sldChg chg="addSp delSp modSp mod modClrScheme chgLayout">
        <pc:chgData name="Cesar Larios Jurado" userId="8f104481-d9ab-4cdc-ac3e-e12ab067789a" providerId="ADAL" clId="{FFC2E796-BF0A-4A02-9544-2D4D0A5B7518}" dt="2026-08-05T15:42:18.854" v="1814" actId="14100"/>
        <pc:sldMkLst>
          <pc:docMk/>
          <pc:sldMk cId="2124413129" sldId="2147483271"/>
        </pc:sldMkLst>
        <pc:spChg chg="add del mod ord">
          <ac:chgData name="Cesar Larios Jurado" userId="8f104481-d9ab-4cdc-ac3e-e12ab067789a" providerId="ADAL" clId="{FFC2E796-BF0A-4A02-9544-2D4D0A5B7518}" dt="2026-08-05T15:05:38.941" v="1633" actId="700"/>
          <ac:spMkLst>
            <pc:docMk/>
            <pc:sldMk cId="2124413129" sldId="2147483271"/>
            <ac:spMk id="2" creationId="{E323DA0D-1DC4-561C-5CB2-38B7381B12C4}"/>
          </ac:spMkLst>
        </pc:spChg>
        <pc:spChg chg="mod">
          <ac:chgData name="Cesar Larios Jurado" userId="8f104481-d9ab-4cdc-ac3e-e12ab067789a" providerId="ADAL" clId="{FFC2E796-BF0A-4A02-9544-2D4D0A5B7518}" dt="2026-08-04T15:59:19.274" v="37" actId="20577"/>
          <ac:spMkLst>
            <pc:docMk/>
            <pc:sldMk cId="2124413129" sldId="2147483271"/>
            <ac:spMk id="3" creationId="{B179FA36-BAB7-F087-F1E4-A0D983AD75A9}"/>
          </ac:spMkLst>
        </pc:spChg>
        <pc:spChg chg="add del mod ord">
          <ac:chgData name="Cesar Larios Jurado" userId="8f104481-d9ab-4cdc-ac3e-e12ab067789a" providerId="ADAL" clId="{FFC2E796-BF0A-4A02-9544-2D4D0A5B7518}" dt="2026-08-05T15:05:38.941" v="1633" actId="700"/>
          <ac:spMkLst>
            <pc:docMk/>
            <pc:sldMk cId="2124413129" sldId="2147483271"/>
            <ac:spMk id="4" creationId="{475578C9-5177-82B6-BFA3-35DF89E8E8C4}"/>
          </ac:spMkLst>
        </pc:spChg>
        <pc:spChg chg="add del">
          <ac:chgData name="Cesar Larios Jurado" userId="8f104481-d9ab-4cdc-ac3e-e12ab067789a" providerId="ADAL" clId="{FFC2E796-BF0A-4A02-9544-2D4D0A5B7518}" dt="2026-08-04T16:00:37.461" v="44" actId="478"/>
          <ac:spMkLst>
            <pc:docMk/>
            <pc:sldMk cId="2124413129" sldId="2147483271"/>
            <ac:spMk id="4" creationId="{BEB39747-6AAC-6632-CC5D-C8A96D2F4B7A}"/>
          </ac:spMkLst>
        </pc:spChg>
        <pc:spChg chg="add mod">
          <ac:chgData name="Cesar Larios Jurado" userId="8f104481-d9ab-4cdc-ac3e-e12ab067789a" providerId="ADAL" clId="{FFC2E796-BF0A-4A02-9544-2D4D0A5B7518}" dt="2026-08-04T16:31:39.806" v="605" actId="26606"/>
          <ac:spMkLst>
            <pc:docMk/>
            <pc:sldMk cId="2124413129" sldId="2147483271"/>
            <ac:spMk id="6" creationId="{28731FFF-8548-CE70-5DA7-1DF17B89E9EF}"/>
          </ac:spMkLst>
        </pc:spChg>
        <pc:spChg chg="add del mod">
          <ac:chgData name="Cesar Larios Jurado" userId="8f104481-d9ab-4cdc-ac3e-e12ab067789a" providerId="ADAL" clId="{FFC2E796-BF0A-4A02-9544-2D4D0A5B7518}" dt="2026-08-04T16:04:06.614" v="149" actId="478"/>
          <ac:spMkLst>
            <pc:docMk/>
            <pc:sldMk cId="2124413129" sldId="2147483271"/>
            <ac:spMk id="8" creationId="{0F60A9AA-D747-FE04-6BCD-C8D091A0B13F}"/>
          </ac:spMkLst>
        </pc:spChg>
        <pc:spChg chg="add del mod">
          <ac:chgData name="Cesar Larios Jurado" userId="8f104481-d9ab-4cdc-ac3e-e12ab067789a" providerId="ADAL" clId="{FFC2E796-BF0A-4A02-9544-2D4D0A5B7518}" dt="2026-08-04T16:00:50.519" v="48" actId="478"/>
          <ac:spMkLst>
            <pc:docMk/>
            <pc:sldMk cId="2124413129" sldId="2147483271"/>
            <ac:spMk id="10" creationId="{14D1144A-5EB6-4015-11BF-EE6755EF9F6D}"/>
          </ac:spMkLst>
        </pc:spChg>
        <pc:spChg chg="add mod">
          <ac:chgData name="Cesar Larios Jurado" userId="8f104481-d9ab-4cdc-ac3e-e12ab067789a" providerId="ADAL" clId="{FFC2E796-BF0A-4A02-9544-2D4D0A5B7518}" dt="2026-08-04T16:31:39.806" v="605" actId="26606"/>
          <ac:spMkLst>
            <pc:docMk/>
            <pc:sldMk cId="2124413129" sldId="2147483271"/>
            <ac:spMk id="12" creationId="{09F7A171-7C4F-C92A-127B-806C19D28AB1}"/>
          </ac:spMkLst>
        </pc:spChg>
        <pc:spChg chg="del">
          <ac:chgData name="Cesar Larios Jurado" userId="8f104481-d9ab-4cdc-ac3e-e12ab067789a" providerId="ADAL" clId="{FFC2E796-BF0A-4A02-9544-2D4D0A5B7518}" dt="2026-08-04T16:00:58.850" v="49" actId="478"/>
          <ac:spMkLst>
            <pc:docMk/>
            <pc:sldMk cId="2124413129" sldId="2147483271"/>
            <ac:spMk id="14" creationId="{403C4834-D478-FC0C-3B87-CE9631B3DB0A}"/>
          </ac:spMkLst>
        </pc:spChg>
        <pc:spChg chg="mod">
          <ac:chgData name="Cesar Larios Jurado" userId="8f104481-d9ab-4cdc-ac3e-e12ab067789a" providerId="ADAL" clId="{FFC2E796-BF0A-4A02-9544-2D4D0A5B7518}" dt="2026-08-04T16:07:42.440" v="331" actId="20577"/>
          <ac:spMkLst>
            <pc:docMk/>
            <pc:sldMk cId="2124413129" sldId="2147483271"/>
            <ac:spMk id="16" creationId="{C0CEEE82-6EAD-E34C-7780-1C0440CFA366}"/>
          </ac:spMkLst>
        </pc:spChg>
        <pc:spChg chg="del mod">
          <ac:chgData name="Cesar Larios Jurado" userId="8f104481-d9ab-4cdc-ac3e-e12ab067789a" providerId="ADAL" clId="{FFC2E796-BF0A-4A02-9544-2D4D0A5B7518}" dt="2026-08-04T16:04:08.599" v="150" actId="478"/>
          <ac:spMkLst>
            <pc:docMk/>
            <pc:sldMk cId="2124413129" sldId="2147483271"/>
            <ac:spMk id="18" creationId="{5749900F-86CD-87B9-2DC5-2F3B62AFBB3E}"/>
          </ac:spMkLst>
        </pc:spChg>
        <pc:spChg chg="del">
          <ac:chgData name="Cesar Larios Jurado" userId="8f104481-d9ab-4cdc-ac3e-e12ab067789a" providerId="ADAL" clId="{FFC2E796-BF0A-4A02-9544-2D4D0A5B7518}" dt="2026-08-04T16:01:02.608" v="50" actId="478"/>
          <ac:spMkLst>
            <pc:docMk/>
            <pc:sldMk cId="2124413129" sldId="2147483271"/>
            <ac:spMk id="20" creationId="{ADB03729-C4FD-9312-B460-BC59E9E651FA}"/>
          </ac:spMkLst>
        </pc:spChg>
        <pc:spChg chg="mod">
          <ac:chgData name="Cesar Larios Jurado" userId="8f104481-d9ab-4cdc-ac3e-e12ab067789a" providerId="ADAL" clId="{FFC2E796-BF0A-4A02-9544-2D4D0A5B7518}" dt="2026-08-04T16:02:53.063" v="145" actId="14100"/>
          <ac:spMkLst>
            <pc:docMk/>
            <pc:sldMk cId="2124413129" sldId="2147483271"/>
            <ac:spMk id="22" creationId="{FD9C259E-FF46-5F3C-D113-EC9D3DBA6810}"/>
          </ac:spMkLst>
        </pc:spChg>
        <pc:spChg chg="add del mod">
          <ac:chgData name="Cesar Larios Jurado" userId="8f104481-d9ab-4cdc-ac3e-e12ab067789a" providerId="ADAL" clId="{FFC2E796-BF0A-4A02-9544-2D4D0A5B7518}" dt="2026-08-04T16:01:07.409" v="52" actId="478"/>
          <ac:spMkLst>
            <pc:docMk/>
            <pc:sldMk cId="2124413129" sldId="2147483271"/>
            <ac:spMk id="24" creationId="{BF8FC6CF-2C91-656F-B764-CDF0434652AE}"/>
          </ac:spMkLst>
        </pc:spChg>
        <pc:spChg chg="add del mod">
          <ac:chgData name="Cesar Larios Jurado" userId="8f104481-d9ab-4cdc-ac3e-e12ab067789a" providerId="ADAL" clId="{FFC2E796-BF0A-4A02-9544-2D4D0A5B7518}" dt="2026-08-04T16:04:18.115" v="152" actId="478"/>
          <ac:spMkLst>
            <pc:docMk/>
            <pc:sldMk cId="2124413129" sldId="2147483271"/>
            <ac:spMk id="26" creationId="{80D1CEA0-2D22-6E9D-0B90-1DF6E0E1FD65}"/>
          </ac:spMkLst>
        </pc:spChg>
        <pc:spChg chg="add del mod">
          <ac:chgData name="Cesar Larios Jurado" userId="8f104481-d9ab-4cdc-ac3e-e12ab067789a" providerId="ADAL" clId="{FFC2E796-BF0A-4A02-9544-2D4D0A5B7518}" dt="2026-08-04T16:04:10.548" v="151" actId="478"/>
          <ac:spMkLst>
            <pc:docMk/>
            <pc:sldMk cId="2124413129" sldId="2147483271"/>
            <ac:spMk id="28" creationId="{2DF59CD4-7561-0531-273A-65C86AEA8BC2}"/>
          </ac:spMkLst>
        </pc:spChg>
        <pc:spChg chg="del">
          <ac:chgData name="Cesar Larios Jurado" userId="8f104481-d9ab-4cdc-ac3e-e12ab067789a" providerId="ADAL" clId="{FFC2E796-BF0A-4A02-9544-2D4D0A5B7518}" dt="2026-08-04T16:01:11.114" v="53" actId="478"/>
          <ac:spMkLst>
            <pc:docMk/>
            <pc:sldMk cId="2124413129" sldId="2147483271"/>
            <ac:spMk id="30" creationId="{9D2BC7EF-B9D4-D749-C410-206819DE73AC}"/>
          </ac:spMkLst>
        </pc:spChg>
        <pc:spChg chg="mod">
          <ac:chgData name="Cesar Larios Jurado" userId="8f104481-d9ab-4cdc-ac3e-e12ab067789a" providerId="ADAL" clId="{FFC2E796-BF0A-4A02-9544-2D4D0A5B7518}" dt="2026-08-05T15:34:28.005" v="1682" actId="20577"/>
          <ac:spMkLst>
            <pc:docMk/>
            <pc:sldMk cId="2124413129" sldId="2147483271"/>
            <ac:spMk id="32" creationId="{88F8184A-702B-E72E-8352-46EEF5756381}"/>
          </ac:spMkLst>
        </pc:spChg>
        <pc:spChg chg="del">
          <ac:chgData name="Cesar Larios Jurado" userId="8f104481-d9ab-4cdc-ac3e-e12ab067789a" providerId="ADAL" clId="{FFC2E796-BF0A-4A02-9544-2D4D0A5B7518}" dt="2026-08-04T16:01:14.378" v="54" actId="478"/>
          <ac:spMkLst>
            <pc:docMk/>
            <pc:sldMk cId="2124413129" sldId="2147483271"/>
            <ac:spMk id="34" creationId="{5DE4299D-F71C-3E26-66CC-F7E7780DC8D7}"/>
          </ac:spMkLst>
        </pc:spChg>
        <pc:spChg chg="add mod">
          <ac:chgData name="Cesar Larios Jurado" userId="8f104481-d9ab-4cdc-ac3e-e12ab067789a" providerId="ADAL" clId="{FFC2E796-BF0A-4A02-9544-2D4D0A5B7518}" dt="2026-08-04T16:11:26.076" v="498" actId="20577"/>
          <ac:spMkLst>
            <pc:docMk/>
            <pc:sldMk cId="2124413129" sldId="2147483271"/>
            <ac:spMk id="37" creationId="{9082F56B-F9A4-8395-6860-5697FB8164EC}"/>
          </ac:spMkLst>
        </pc:spChg>
        <pc:spChg chg="add del">
          <ac:chgData name="Cesar Larios Jurado" userId="8f104481-d9ab-4cdc-ac3e-e12ab067789a" providerId="ADAL" clId="{FFC2E796-BF0A-4A02-9544-2D4D0A5B7518}" dt="2026-08-04T16:02:07.870" v="62" actId="478"/>
          <ac:spMkLst>
            <pc:docMk/>
            <pc:sldMk cId="2124413129" sldId="2147483271"/>
            <ac:spMk id="40" creationId="{661DC31C-B016-1E65-AF3A-0EFBA7B0ED57}"/>
          </ac:spMkLst>
        </pc:spChg>
        <pc:spChg chg="mod">
          <ac:chgData name="Cesar Larios Jurado" userId="8f104481-d9ab-4cdc-ac3e-e12ab067789a" providerId="ADAL" clId="{FFC2E796-BF0A-4A02-9544-2D4D0A5B7518}" dt="2026-08-04T16:02:17.161" v="71" actId="1037"/>
          <ac:spMkLst>
            <pc:docMk/>
            <pc:sldMk cId="2124413129" sldId="2147483271"/>
            <ac:spMk id="42" creationId="{3F0A9BED-E078-968C-C0FD-CEB1D1568C7A}"/>
          </ac:spMkLst>
        </pc:spChg>
        <pc:spChg chg="add mod">
          <ac:chgData name="Cesar Larios Jurado" userId="8f104481-d9ab-4cdc-ac3e-e12ab067789a" providerId="ADAL" clId="{FFC2E796-BF0A-4A02-9544-2D4D0A5B7518}" dt="2026-08-04T16:10:41.203" v="430" actId="1035"/>
          <ac:spMkLst>
            <pc:docMk/>
            <pc:sldMk cId="2124413129" sldId="2147483271"/>
            <ac:spMk id="44" creationId="{885FF3F5-3321-0608-52D1-5AFD44D27798}"/>
          </ac:spMkLst>
        </pc:spChg>
        <pc:spChg chg="add">
          <ac:chgData name="Cesar Larios Jurado" userId="8f104481-d9ab-4cdc-ac3e-e12ab067789a" providerId="ADAL" clId="{FFC2E796-BF0A-4A02-9544-2D4D0A5B7518}" dt="2026-08-04T16:31:39.806" v="605" actId="26606"/>
          <ac:spMkLst>
            <pc:docMk/>
            <pc:sldMk cId="2124413129" sldId="2147483271"/>
            <ac:spMk id="201" creationId="{00000000-0000-0000-0000-000000000000}"/>
          </ac:spMkLst>
        </pc:spChg>
        <pc:spChg chg="add">
          <ac:chgData name="Cesar Larios Jurado" userId="8f104481-d9ab-4cdc-ac3e-e12ab067789a" providerId="ADAL" clId="{FFC2E796-BF0A-4A02-9544-2D4D0A5B7518}" dt="2026-08-04T16:31:39.806" v="605" actId="26606"/>
          <ac:spMkLst>
            <pc:docMk/>
            <pc:sldMk cId="2124413129" sldId="2147483271"/>
            <ac:spMk id="202" creationId="{00000000-0000-0000-0000-000000000000}"/>
          </ac:spMkLst>
        </pc:spChg>
        <pc:spChg chg="add">
          <ac:chgData name="Cesar Larios Jurado" userId="8f104481-d9ab-4cdc-ac3e-e12ab067789a" providerId="ADAL" clId="{FFC2E796-BF0A-4A02-9544-2D4D0A5B7518}" dt="2026-08-04T16:31:39.806" v="605" actId="26606"/>
          <ac:spMkLst>
            <pc:docMk/>
            <pc:sldMk cId="2124413129" sldId="2147483271"/>
            <ac:spMk id="203" creationId="{00000000-0000-0000-0000-000000000000}"/>
          </ac:spMkLst>
        </pc:spChg>
        <pc:spChg chg="add">
          <ac:chgData name="Cesar Larios Jurado" userId="8f104481-d9ab-4cdc-ac3e-e12ab067789a" providerId="ADAL" clId="{FFC2E796-BF0A-4A02-9544-2D4D0A5B7518}" dt="2026-08-04T16:31:39.806" v="605" actId="26606"/>
          <ac:spMkLst>
            <pc:docMk/>
            <pc:sldMk cId="2124413129" sldId="2147483271"/>
            <ac:spMk id="204" creationId="{00000000-0000-0000-0000-000000000000}"/>
          </ac:spMkLst>
        </pc:spChg>
        <pc:spChg chg="add">
          <ac:chgData name="Cesar Larios Jurado" userId="8f104481-d9ab-4cdc-ac3e-e12ab067789a" providerId="ADAL" clId="{FFC2E796-BF0A-4A02-9544-2D4D0A5B7518}" dt="2026-08-04T16:31:39.806" v="605" actId="26606"/>
          <ac:spMkLst>
            <pc:docMk/>
            <pc:sldMk cId="2124413129" sldId="2147483271"/>
            <ac:spMk id="205" creationId="{00000000-0000-0000-0000-000000000000}"/>
          </ac:spMkLst>
        </pc:spChg>
        <pc:spChg chg="add">
          <ac:chgData name="Cesar Larios Jurado" userId="8f104481-d9ab-4cdc-ac3e-e12ab067789a" providerId="ADAL" clId="{FFC2E796-BF0A-4A02-9544-2D4D0A5B7518}" dt="2026-08-04T16:31:39.806" v="605" actId="26606"/>
          <ac:spMkLst>
            <pc:docMk/>
            <pc:sldMk cId="2124413129" sldId="2147483271"/>
            <ac:spMk id="206" creationId="{00000000-0000-0000-0000-000000000000}"/>
          </ac:spMkLst>
        </pc:spChg>
        <pc:spChg chg="add">
          <ac:chgData name="Cesar Larios Jurado" userId="8f104481-d9ab-4cdc-ac3e-e12ab067789a" providerId="ADAL" clId="{FFC2E796-BF0A-4A02-9544-2D4D0A5B7518}" dt="2026-08-04T16:31:39.806" v="605" actId="26606"/>
          <ac:spMkLst>
            <pc:docMk/>
            <pc:sldMk cId="2124413129" sldId="2147483271"/>
            <ac:spMk id="207" creationId="{00000000-0000-0000-0000-000000000000}"/>
          </ac:spMkLst>
        </pc:spChg>
        <pc:spChg chg="del">
          <ac:chgData name="Cesar Larios Jurado" userId="8f104481-d9ab-4cdc-ac3e-e12ab067789a" providerId="ADAL" clId="{FFC2E796-BF0A-4A02-9544-2D4D0A5B7518}" dt="2026-08-04T16:38:34.565" v="743" actId="478"/>
          <ac:spMkLst>
            <pc:docMk/>
            <pc:sldMk cId="2124413129" sldId="2147483271"/>
            <ac:spMk id="230" creationId="{00000000-0000-0000-0000-000000000000}"/>
          </ac:spMkLst>
        </pc:spChg>
        <pc:grpChg chg="mod">
          <ac:chgData name="Cesar Larios Jurado" userId="8f104481-d9ab-4cdc-ac3e-e12ab067789a" providerId="ADAL" clId="{FFC2E796-BF0A-4A02-9544-2D4D0A5B7518}" dt="2026-08-05T15:42:18.854" v="1814" actId="14100"/>
          <ac:grpSpMkLst>
            <pc:docMk/>
            <pc:sldMk cId="2124413129" sldId="2147483271"/>
            <ac:grpSpMk id="51" creationId="{8C0C5D39-6FF3-8D8B-34EE-96BDFD490544}"/>
          </ac:grpSpMkLst>
        </pc:grpChg>
        <pc:graphicFrameChg chg="del mod">
          <ac:chgData name="Cesar Larios Jurado" userId="8f104481-d9ab-4cdc-ac3e-e12ab067789a" providerId="ADAL" clId="{FFC2E796-BF0A-4A02-9544-2D4D0A5B7518}" dt="2026-08-04T16:00:06.467" v="41" actId="478"/>
          <ac:graphicFrameMkLst>
            <pc:docMk/>
            <pc:sldMk cId="2124413129" sldId="2147483271"/>
            <ac:graphicFrameMk id="36" creationId="{34DA00D5-EF0F-D9A2-4CD2-FADAE7E687F2}"/>
          </ac:graphicFrameMkLst>
        </pc:graphicFrameChg>
        <pc:picChg chg="del">
          <ac:chgData name="Cesar Larios Jurado" userId="8f104481-d9ab-4cdc-ac3e-e12ab067789a" providerId="ADAL" clId="{FFC2E796-BF0A-4A02-9544-2D4D0A5B7518}" dt="2026-08-04T15:59:48.527" v="39" actId="478"/>
          <ac:picMkLst>
            <pc:docMk/>
            <pc:sldMk cId="2124413129" sldId="2147483271"/>
            <ac:picMk id="39" creationId="{497612BE-5137-3007-1BB3-AB353EFCACA7}"/>
          </ac:picMkLst>
        </pc:picChg>
      </pc:sldChg>
      <pc:sldChg chg="delSp modSp mod modClrScheme chgLayout">
        <pc:chgData name="Cesar Larios Jurado" userId="8f104481-d9ab-4cdc-ac3e-e12ab067789a" providerId="ADAL" clId="{FFC2E796-BF0A-4A02-9544-2D4D0A5B7518}" dt="2026-08-05T15:42:05.302" v="1812" actId="14100"/>
        <pc:sldMkLst>
          <pc:docMk/>
          <pc:sldMk cId="3726205026" sldId="2147483273"/>
        </pc:sldMkLst>
        <pc:spChg chg="del">
          <ac:chgData name="Cesar Larios Jurado" userId="8f104481-d9ab-4cdc-ac3e-e12ab067789a" providerId="ADAL" clId="{FFC2E796-BF0A-4A02-9544-2D4D0A5B7518}" dt="2026-08-05T00:13:39.923" v="1629" actId="478"/>
          <ac:spMkLst>
            <pc:docMk/>
            <pc:sldMk cId="3726205026" sldId="2147483273"/>
            <ac:spMk id="49" creationId="{F7758DEC-7471-4E0C-62C1-BE12C8170013}"/>
          </ac:spMkLst>
        </pc:spChg>
        <pc:grpChg chg="mod">
          <ac:chgData name="Cesar Larios Jurado" userId="8f104481-d9ab-4cdc-ac3e-e12ab067789a" providerId="ADAL" clId="{FFC2E796-BF0A-4A02-9544-2D4D0A5B7518}" dt="2026-08-05T15:42:05.302" v="1812" actId="14100"/>
          <ac:grpSpMkLst>
            <pc:docMk/>
            <pc:sldMk cId="3726205026" sldId="2147483273"/>
            <ac:grpSpMk id="51" creationId="{5205D655-516D-73D6-ACCD-BD45D4F628FB}"/>
          </ac:grpSpMkLst>
        </pc:grpChg>
      </pc:sldChg>
      <pc:sldChg chg="addSp delSp modSp mod">
        <pc:chgData name="Cesar Larios Jurado" userId="8f104481-d9ab-4cdc-ac3e-e12ab067789a" providerId="ADAL" clId="{FFC2E796-BF0A-4A02-9544-2D4D0A5B7518}" dt="2026-08-05T15:42:53.098" v="1819" actId="14100"/>
        <pc:sldMkLst>
          <pc:docMk/>
          <pc:sldMk cId="1245081767" sldId="2147483275"/>
        </pc:sldMkLst>
        <pc:spChg chg="mod">
          <ac:chgData name="Cesar Larios Jurado" userId="8f104481-d9ab-4cdc-ac3e-e12ab067789a" providerId="ADAL" clId="{FFC2E796-BF0A-4A02-9544-2D4D0A5B7518}" dt="2026-08-04T17:08:12.315" v="1372" actId="20577"/>
          <ac:spMkLst>
            <pc:docMk/>
            <pc:sldMk cId="1245081767" sldId="2147483275"/>
            <ac:spMk id="3" creationId="{FF82D5C0-1AA6-4076-4D15-1FAEE2E5AEBE}"/>
          </ac:spMkLst>
        </pc:spChg>
        <pc:spChg chg="add">
          <ac:chgData name="Cesar Larios Jurado" userId="8f104481-d9ab-4cdc-ac3e-e12ab067789a" providerId="ADAL" clId="{FFC2E796-BF0A-4A02-9544-2D4D0A5B7518}" dt="2026-08-04T17:08:41.579" v="1380" actId="22"/>
          <ac:spMkLst>
            <pc:docMk/>
            <pc:sldMk cId="1245081767" sldId="2147483275"/>
            <ac:spMk id="4" creationId="{E37EBC41-F2C2-2EE0-ACDD-4DE1D1FFB6DC}"/>
          </ac:spMkLst>
        </pc:spChg>
        <pc:spChg chg="del">
          <ac:chgData name="Cesar Larios Jurado" userId="8f104481-d9ab-4cdc-ac3e-e12ab067789a" providerId="ADAL" clId="{FFC2E796-BF0A-4A02-9544-2D4D0A5B7518}" dt="2026-08-04T17:08:21.091" v="1374" actId="478"/>
          <ac:spMkLst>
            <pc:docMk/>
            <pc:sldMk cId="1245081767" sldId="2147483275"/>
            <ac:spMk id="5" creationId="{C10A74CB-DDE7-1DAD-FEA7-D571A73FDB96}"/>
          </ac:spMkLst>
        </pc:spChg>
        <pc:spChg chg="del">
          <ac:chgData name="Cesar Larios Jurado" userId="8f104481-d9ab-4cdc-ac3e-e12ab067789a" providerId="ADAL" clId="{FFC2E796-BF0A-4A02-9544-2D4D0A5B7518}" dt="2026-08-04T17:08:19.426" v="1373" actId="478"/>
          <ac:spMkLst>
            <pc:docMk/>
            <pc:sldMk cId="1245081767" sldId="2147483275"/>
            <ac:spMk id="7" creationId="{B9CCA459-4A27-6E29-7231-7E701895FC0A}"/>
          </ac:spMkLst>
        </pc:spChg>
        <pc:spChg chg="del">
          <ac:chgData name="Cesar Larios Jurado" userId="8f104481-d9ab-4cdc-ac3e-e12ab067789a" providerId="ADAL" clId="{FFC2E796-BF0A-4A02-9544-2D4D0A5B7518}" dt="2026-08-04T17:08:24.093" v="1375" actId="478"/>
          <ac:spMkLst>
            <pc:docMk/>
            <pc:sldMk cId="1245081767" sldId="2147483275"/>
            <ac:spMk id="9" creationId="{C8A83BC2-FED0-8AF8-E5BF-B3EBE0214E6F}"/>
          </ac:spMkLst>
        </pc:spChg>
        <pc:spChg chg="del">
          <ac:chgData name="Cesar Larios Jurado" userId="8f104481-d9ab-4cdc-ac3e-e12ab067789a" providerId="ADAL" clId="{FFC2E796-BF0A-4A02-9544-2D4D0A5B7518}" dt="2026-08-04T17:08:30.396" v="1376" actId="478"/>
          <ac:spMkLst>
            <pc:docMk/>
            <pc:sldMk cId="1245081767" sldId="2147483275"/>
            <ac:spMk id="11" creationId="{DCD6AE87-3D8F-059B-1566-662F1941BDA8}"/>
          </ac:spMkLst>
        </pc:spChg>
        <pc:spChg chg="del">
          <ac:chgData name="Cesar Larios Jurado" userId="8f104481-d9ab-4cdc-ac3e-e12ab067789a" providerId="ADAL" clId="{FFC2E796-BF0A-4A02-9544-2D4D0A5B7518}" dt="2026-08-04T17:08:40.352" v="1379" actId="478"/>
          <ac:spMkLst>
            <pc:docMk/>
            <pc:sldMk cId="1245081767" sldId="2147483275"/>
            <ac:spMk id="13" creationId="{9E35F763-6D86-5B1F-661E-48943B595001}"/>
          </ac:spMkLst>
        </pc:spChg>
        <pc:spChg chg="del">
          <ac:chgData name="Cesar Larios Jurado" userId="8f104481-d9ab-4cdc-ac3e-e12ab067789a" providerId="ADAL" clId="{FFC2E796-BF0A-4A02-9544-2D4D0A5B7518}" dt="2026-08-04T17:08:30.396" v="1376" actId="478"/>
          <ac:spMkLst>
            <pc:docMk/>
            <pc:sldMk cId="1245081767" sldId="2147483275"/>
            <ac:spMk id="15" creationId="{F653C10B-8068-9D01-BF46-0DB89E9FC38E}"/>
          </ac:spMkLst>
        </pc:spChg>
        <pc:spChg chg="del">
          <ac:chgData name="Cesar Larios Jurado" userId="8f104481-d9ab-4cdc-ac3e-e12ab067789a" providerId="ADAL" clId="{FFC2E796-BF0A-4A02-9544-2D4D0A5B7518}" dt="2026-08-04T17:08:30.396" v="1376" actId="478"/>
          <ac:spMkLst>
            <pc:docMk/>
            <pc:sldMk cId="1245081767" sldId="2147483275"/>
            <ac:spMk id="17" creationId="{23D68EF9-BABD-EA28-187D-05E834E1E653}"/>
          </ac:spMkLst>
        </pc:spChg>
        <pc:spChg chg="del">
          <ac:chgData name="Cesar Larios Jurado" userId="8f104481-d9ab-4cdc-ac3e-e12ab067789a" providerId="ADAL" clId="{FFC2E796-BF0A-4A02-9544-2D4D0A5B7518}" dt="2026-08-04T17:08:30.396" v="1376" actId="478"/>
          <ac:spMkLst>
            <pc:docMk/>
            <pc:sldMk cId="1245081767" sldId="2147483275"/>
            <ac:spMk id="21" creationId="{F75EC336-E415-563C-3F47-0DB75476B9AE}"/>
          </ac:spMkLst>
        </pc:spChg>
        <pc:spChg chg="del">
          <ac:chgData name="Cesar Larios Jurado" userId="8f104481-d9ab-4cdc-ac3e-e12ab067789a" providerId="ADAL" clId="{FFC2E796-BF0A-4A02-9544-2D4D0A5B7518}" dt="2026-08-04T17:08:30.396" v="1376" actId="478"/>
          <ac:spMkLst>
            <pc:docMk/>
            <pc:sldMk cId="1245081767" sldId="2147483275"/>
            <ac:spMk id="23" creationId="{6D266597-4C6B-CA72-A293-E100BD4A0C14}"/>
          </ac:spMkLst>
        </pc:spChg>
        <pc:spChg chg="del">
          <ac:chgData name="Cesar Larios Jurado" userId="8f104481-d9ab-4cdc-ac3e-e12ab067789a" providerId="ADAL" clId="{FFC2E796-BF0A-4A02-9544-2D4D0A5B7518}" dt="2026-08-04T17:08:30.396" v="1376" actId="478"/>
          <ac:spMkLst>
            <pc:docMk/>
            <pc:sldMk cId="1245081767" sldId="2147483275"/>
            <ac:spMk id="25" creationId="{AFE4DBE3-451B-B49A-42DF-23E8A7E5BA83}"/>
          </ac:spMkLst>
        </pc:spChg>
        <pc:spChg chg="del">
          <ac:chgData name="Cesar Larios Jurado" userId="8f104481-d9ab-4cdc-ac3e-e12ab067789a" providerId="ADAL" clId="{FFC2E796-BF0A-4A02-9544-2D4D0A5B7518}" dt="2026-08-04T17:08:30.396" v="1376" actId="478"/>
          <ac:spMkLst>
            <pc:docMk/>
            <pc:sldMk cId="1245081767" sldId="2147483275"/>
            <ac:spMk id="27" creationId="{8213479D-126F-465E-35DA-9526DC1B5FAA}"/>
          </ac:spMkLst>
        </pc:spChg>
        <pc:spChg chg="del">
          <ac:chgData name="Cesar Larios Jurado" userId="8f104481-d9ab-4cdc-ac3e-e12ab067789a" providerId="ADAL" clId="{FFC2E796-BF0A-4A02-9544-2D4D0A5B7518}" dt="2026-08-04T17:08:30.396" v="1376" actId="478"/>
          <ac:spMkLst>
            <pc:docMk/>
            <pc:sldMk cId="1245081767" sldId="2147483275"/>
            <ac:spMk id="29" creationId="{5DE2F9BA-0B01-F9B2-4DDE-C6C2012C923E}"/>
          </ac:spMkLst>
        </pc:spChg>
        <pc:spChg chg="del">
          <ac:chgData name="Cesar Larios Jurado" userId="8f104481-d9ab-4cdc-ac3e-e12ab067789a" providerId="ADAL" clId="{FFC2E796-BF0A-4A02-9544-2D4D0A5B7518}" dt="2026-08-04T17:08:30.396" v="1376" actId="478"/>
          <ac:spMkLst>
            <pc:docMk/>
            <pc:sldMk cId="1245081767" sldId="2147483275"/>
            <ac:spMk id="31" creationId="{6FD13FF8-45AE-BED8-7C6B-6C4D2542A647}"/>
          </ac:spMkLst>
        </pc:spChg>
        <pc:spChg chg="del">
          <ac:chgData name="Cesar Larios Jurado" userId="8f104481-d9ab-4cdc-ac3e-e12ab067789a" providerId="ADAL" clId="{FFC2E796-BF0A-4A02-9544-2D4D0A5B7518}" dt="2026-08-04T17:08:30.396" v="1376" actId="478"/>
          <ac:spMkLst>
            <pc:docMk/>
            <pc:sldMk cId="1245081767" sldId="2147483275"/>
            <ac:spMk id="33" creationId="{A776AE82-15CA-C866-B6D2-AF50D7D669F6}"/>
          </ac:spMkLst>
        </pc:spChg>
        <pc:spChg chg="del mod">
          <ac:chgData name="Cesar Larios Jurado" userId="8f104481-d9ab-4cdc-ac3e-e12ab067789a" providerId="ADAL" clId="{FFC2E796-BF0A-4A02-9544-2D4D0A5B7518}" dt="2026-08-04T17:08:38.042" v="1378" actId="478"/>
          <ac:spMkLst>
            <pc:docMk/>
            <pc:sldMk cId="1245081767" sldId="2147483275"/>
            <ac:spMk id="35" creationId="{EEE7E11E-52FD-1C42-80E1-096D1E1C838E}"/>
          </ac:spMkLst>
        </pc:spChg>
        <pc:spChg chg="del">
          <ac:chgData name="Cesar Larios Jurado" userId="8f104481-d9ab-4cdc-ac3e-e12ab067789a" providerId="ADAL" clId="{FFC2E796-BF0A-4A02-9544-2D4D0A5B7518}" dt="2026-08-05T15:09:53.526" v="1641" actId="478"/>
          <ac:spMkLst>
            <pc:docMk/>
            <pc:sldMk cId="1245081767" sldId="2147483275"/>
            <ac:spMk id="49" creationId="{E9BC70C7-B97B-EB75-881B-91525B4DA7C2}"/>
          </ac:spMkLst>
        </pc:spChg>
        <pc:spChg chg="add">
          <ac:chgData name="Cesar Larios Jurado" userId="8f104481-d9ab-4cdc-ac3e-e12ab067789a" providerId="ADAL" clId="{FFC2E796-BF0A-4A02-9544-2D4D0A5B7518}" dt="2026-08-04T17:08:41.579" v="1380" actId="22"/>
          <ac:spMkLst>
            <pc:docMk/>
            <pc:sldMk cId="1245081767" sldId="2147483275"/>
            <ac:spMk id="58" creationId="{E9034640-1CAC-AD9F-A211-D5F6BC5A9B49}"/>
          </ac:spMkLst>
        </pc:spChg>
        <pc:spChg chg="add">
          <ac:chgData name="Cesar Larios Jurado" userId="8f104481-d9ab-4cdc-ac3e-e12ab067789a" providerId="ADAL" clId="{FFC2E796-BF0A-4A02-9544-2D4D0A5B7518}" dt="2026-08-04T17:08:41.579" v="1380" actId="22"/>
          <ac:spMkLst>
            <pc:docMk/>
            <pc:sldMk cId="1245081767" sldId="2147483275"/>
            <ac:spMk id="72" creationId="{56DC5F06-D484-A006-C232-F38D709BA779}"/>
          </ac:spMkLst>
        </pc:spChg>
        <pc:spChg chg="add">
          <ac:chgData name="Cesar Larios Jurado" userId="8f104481-d9ab-4cdc-ac3e-e12ab067789a" providerId="ADAL" clId="{FFC2E796-BF0A-4A02-9544-2D4D0A5B7518}" dt="2026-08-04T17:08:41.579" v="1380" actId="22"/>
          <ac:spMkLst>
            <pc:docMk/>
            <pc:sldMk cId="1245081767" sldId="2147483275"/>
            <ac:spMk id="74" creationId="{330E3A0F-46F8-742A-1C1E-1C08B30A0169}"/>
          </ac:spMkLst>
        </pc:spChg>
        <pc:spChg chg="add">
          <ac:chgData name="Cesar Larios Jurado" userId="8f104481-d9ab-4cdc-ac3e-e12ab067789a" providerId="ADAL" clId="{FFC2E796-BF0A-4A02-9544-2D4D0A5B7518}" dt="2026-08-04T17:08:41.579" v="1380" actId="22"/>
          <ac:spMkLst>
            <pc:docMk/>
            <pc:sldMk cId="1245081767" sldId="2147483275"/>
            <ac:spMk id="78" creationId="{8C7D6836-96FA-35E6-8406-5C8E05EF5BD0}"/>
          </ac:spMkLst>
        </pc:spChg>
        <pc:spChg chg="add">
          <ac:chgData name="Cesar Larios Jurado" userId="8f104481-d9ab-4cdc-ac3e-e12ab067789a" providerId="ADAL" clId="{FFC2E796-BF0A-4A02-9544-2D4D0A5B7518}" dt="2026-08-04T17:08:41.579" v="1380" actId="22"/>
          <ac:spMkLst>
            <pc:docMk/>
            <pc:sldMk cId="1245081767" sldId="2147483275"/>
            <ac:spMk id="92" creationId="{DCA31FE7-881F-B6F0-5F03-FB691810D6B6}"/>
          </ac:spMkLst>
        </pc:spChg>
        <pc:spChg chg="add">
          <ac:chgData name="Cesar Larios Jurado" userId="8f104481-d9ab-4cdc-ac3e-e12ab067789a" providerId="ADAL" clId="{FFC2E796-BF0A-4A02-9544-2D4D0A5B7518}" dt="2026-08-04T17:08:41.579" v="1380" actId="22"/>
          <ac:spMkLst>
            <pc:docMk/>
            <pc:sldMk cId="1245081767" sldId="2147483275"/>
            <ac:spMk id="96" creationId="{589D3CBD-336F-DC25-A505-75A1B0D325B1}"/>
          </ac:spMkLst>
        </pc:spChg>
        <pc:spChg chg="add">
          <ac:chgData name="Cesar Larios Jurado" userId="8f104481-d9ab-4cdc-ac3e-e12ab067789a" providerId="ADAL" clId="{FFC2E796-BF0A-4A02-9544-2D4D0A5B7518}" dt="2026-08-04T17:08:41.579" v="1380" actId="22"/>
          <ac:spMkLst>
            <pc:docMk/>
            <pc:sldMk cId="1245081767" sldId="2147483275"/>
            <ac:spMk id="102" creationId="{0D3D3248-AB11-6812-F936-35FAC640E07A}"/>
          </ac:spMkLst>
        </pc:spChg>
        <pc:spChg chg="add">
          <ac:chgData name="Cesar Larios Jurado" userId="8f104481-d9ab-4cdc-ac3e-e12ab067789a" providerId="ADAL" clId="{FFC2E796-BF0A-4A02-9544-2D4D0A5B7518}" dt="2026-08-04T17:08:41.579" v="1380" actId="22"/>
          <ac:spMkLst>
            <pc:docMk/>
            <pc:sldMk cId="1245081767" sldId="2147483275"/>
            <ac:spMk id="104" creationId="{C2BBC570-E0B8-39FC-1377-D887AFD31A8B}"/>
          </ac:spMkLst>
        </pc:spChg>
        <pc:spChg chg="del">
          <ac:chgData name="Cesar Larios Jurado" userId="8f104481-d9ab-4cdc-ac3e-e12ab067789a" providerId="ADAL" clId="{FFC2E796-BF0A-4A02-9544-2D4D0A5B7518}" dt="2026-08-04T17:08:50.346" v="1381" actId="478"/>
          <ac:spMkLst>
            <pc:docMk/>
            <pc:sldMk cId="1245081767" sldId="2147483275"/>
            <ac:spMk id="108" creationId="{B366B1D6-EA7A-22DA-FEEF-161C0DC421A1}"/>
          </ac:spMkLst>
        </pc:spChg>
        <pc:spChg chg="del mod">
          <ac:chgData name="Cesar Larios Jurado" userId="8f104481-d9ab-4cdc-ac3e-e12ab067789a" providerId="ADAL" clId="{FFC2E796-BF0A-4A02-9544-2D4D0A5B7518}" dt="2026-08-04T17:18:13.962" v="1395" actId="478"/>
          <ac:spMkLst>
            <pc:docMk/>
            <pc:sldMk cId="1245081767" sldId="2147483275"/>
            <ac:spMk id="110" creationId="{16CDA5AE-3D02-60D7-6DB2-8C32433F44CA}"/>
          </ac:spMkLst>
        </pc:spChg>
        <pc:spChg chg="add">
          <ac:chgData name="Cesar Larios Jurado" userId="8f104481-d9ab-4cdc-ac3e-e12ab067789a" providerId="ADAL" clId="{FFC2E796-BF0A-4A02-9544-2D4D0A5B7518}" dt="2026-08-04T17:08:41.579" v="1380" actId="22"/>
          <ac:spMkLst>
            <pc:docMk/>
            <pc:sldMk cId="1245081767" sldId="2147483275"/>
            <ac:spMk id="112" creationId="{0184B17E-042B-479F-7660-BC0F1AAB1615}"/>
          </ac:spMkLst>
        </pc:spChg>
        <pc:grpChg chg="add del mod">
          <ac:chgData name="Cesar Larios Jurado" userId="8f104481-d9ab-4cdc-ac3e-e12ab067789a" providerId="ADAL" clId="{FFC2E796-BF0A-4A02-9544-2D4D0A5B7518}" dt="2026-08-05T15:42:53.098" v="1819" actId="14100"/>
          <ac:grpSpMkLst>
            <pc:docMk/>
            <pc:sldMk cId="1245081767" sldId="2147483275"/>
            <ac:grpSpMk id="51" creationId="{3BE17F29-6B3E-1A81-F712-E9F338968C53}"/>
          </ac:grpSpMkLst>
        </pc:grpChg>
      </pc:sldChg>
      <pc:sldChg chg="del">
        <pc:chgData name="Cesar Larios Jurado" userId="8f104481-d9ab-4cdc-ac3e-e12ab067789a" providerId="ADAL" clId="{FFC2E796-BF0A-4A02-9544-2D4D0A5B7518}" dt="2026-08-04T16:08:47.194" v="340" actId="47"/>
        <pc:sldMkLst>
          <pc:docMk/>
          <pc:sldMk cId="3428364588" sldId="2147483276"/>
        </pc:sldMkLst>
      </pc:sldChg>
      <pc:sldChg chg="addSp delSp modSp mod">
        <pc:chgData name="Cesar Larios Jurado" userId="8f104481-d9ab-4cdc-ac3e-e12ab067789a" providerId="ADAL" clId="{FFC2E796-BF0A-4A02-9544-2D4D0A5B7518}" dt="2026-08-05T15:43:31.569" v="1823" actId="14100"/>
        <pc:sldMkLst>
          <pc:docMk/>
          <pc:sldMk cId="677617649" sldId="2147483277"/>
        </pc:sldMkLst>
        <pc:spChg chg="del">
          <ac:chgData name="Cesar Larios Jurado" userId="8f104481-d9ab-4cdc-ac3e-e12ab067789a" providerId="ADAL" clId="{FFC2E796-BF0A-4A02-9544-2D4D0A5B7518}" dt="2026-08-05T15:10:37.560" v="1649" actId="478"/>
          <ac:spMkLst>
            <pc:docMk/>
            <pc:sldMk cId="677617649" sldId="2147483277"/>
            <ac:spMk id="49" creationId="{E4604ED9-6E16-4943-A105-6CF3A7EFC438}"/>
          </ac:spMkLst>
        </pc:spChg>
        <pc:grpChg chg="add del mod">
          <ac:chgData name="Cesar Larios Jurado" userId="8f104481-d9ab-4cdc-ac3e-e12ab067789a" providerId="ADAL" clId="{FFC2E796-BF0A-4A02-9544-2D4D0A5B7518}" dt="2026-08-05T15:43:31.569" v="1823" actId="14100"/>
          <ac:grpSpMkLst>
            <pc:docMk/>
            <pc:sldMk cId="677617649" sldId="2147483277"/>
            <ac:grpSpMk id="51" creationId="{495663EF-19E6-6FF7-F8D0-874C283F5B14}"/>
          </ac:grpSpMkLst>
        </pc:grpChg>
      </pc:sldChg>
      <pc:sldChg chg="addSp delSp new add del mod ord">
        <pc:chgData name="Cesar Larios Jurado" userId="8f104481-d9ab-4cdc-ac3e-e12ab067789a" providerId="ADAL" clId="{FFC2E796-BF0A-4A02-9544-2D4D0A5B7518}" dt="2026-08-04T16:04:00.521" v="148" actId="47"/>
        <pc:sldMkLst>
          <pc:docMk/>
          <pc:sldMk cId="456768138" sldId="2147483278"/>
        </pc:sldMkLst>
        <pc:spChg chg="add del">
          <ac:chgData name="Cesar Larios Jurado" userId="8f104481-d9ab-4cdc-ac3e-e12ab067789a" providerId="ADAL" clId="{FFC2E796-BF0A-4A02-9544-2D4D0A5B7518}" dt="2026-08-04T16:00:22.997" v="42" actId="478"/>
          <ac:spMkLst>
            <pc:docMk/>
            <pc:sldMk cId="456768138" sldId="2147483278"/>
            <ac:spMk id="3" creationId="{D1C519A1-A91F-EDDD-E9B5-67BC9F5D2F56}"/>
          </ac:spMkLst>
        </pc:spChg>
        <pc:spChg chg="add del">
          <ac:chgData name="Cesar Larios Jurado" userId="8f104481-d9ab-4cdc-ac3e-e12ab067789a" providerId="ADAL" clId="{FFC2E796-BF0A-4A02-9544-2D4D0A5B7518}" dt="2026-08-04T15:59:37.789" v="38" actId="478"/>
          <ac:spMkLst>
            <pc:docMk/>
            <pc:sldMk cId="456768138" sldId="2147483278"/>
            <ac:spMk id="5" creationId="{1003DC62-7961-1F51-936F-BF76CAD34EB3}"/>
          </ac:spMkLst>
        </pc:spChg>
        <pc:spChg chg="add">
          <ac:chgData name="Cesar Larios Jurado" userId="8f104481-d9ab-4cdc-ac3e-e12ab067789a" providerId="ADAL" clId="{FFC2E796-BF0A-4A02-9544-2D4D0A5B7518}" dt="2026-08-04T15:58:41.090" v="3" actId="22"/>
          <ac:spMkLst>
            <pc:docMk/>
            <pc:sldMk cId="456768138" sldId="2147483278"/>
            <ac:spMk id="9" creationId="{940FCA7A-8C98-24F2-1E62-7A98792B24CF}"/>
          </ac:spMkLst>
        </pc:spChg>
        <pc:spChg chg="add">
          <ac:chgData name="Cesar Larios Jurado" userId="8f104481-d9ab-4cdc-ac3e-e12ab067789a" providerId="ADAL" clId="{FFC2E796-BF0A-4A02-9544-2D4D0A5B7518}" dt="2026-08-04T15:58:41.090" v="3" actId="22"/>
          <ac:spMkLst>
            <pc:docMk/>
            <pc:sldMk cId="456768138" sldId="2147483278"/>
            <ac:spMk id="11" creationId="{653C2446-A5B1-7040-0AE9-4267D88869EA}"/>
          </ac:spMkLst>
        </pc:spChg>
        <pc:spChg chg="add">
          <ac:chgData name="Cesar Larios Jurado" userId="8f104481-d9ab-4cdc-ac3e-e12ab067789a" providerId="ADAL" clId="{FFC2E796-BF0A-4A02-9544-2D4D0A5B7518}" dt="2026-08-04T15:58:41.090" v="3" actId="22"/>
          <ac:spMkLst>
            <pc:docMk/>
            <pc:sldMk cId="456768138" sldId="2147483278"/>
            <ac:spMk id="15" creationId="{FEBB4CC7-28C1-614D-11BE-9AA29344C066}"/>
          </ac:spMkLst>
        </pc:spChg>
        <pc:spChg chg="add">
          <ac:chgData name="Cesar Larios Jurado" userId="8f104481-d9ab-4cdc-ac3e-e12ab067789a" providerId="ADAL" clId="{FFC2E796-BF0A-4A02-9544-2D4D0A5B7518}" dt="2026-08-04T15:58:41.090" v="3" actId="22"/>
          <ac:spMkLst>
            <pc:docMk/>
            <pc:sldMk cId="456768138" sldId="2147483278"/>
            <ac:spMk id="25" creationId="{EB07B97B-D36E-8DA1-4D66-FED28E6EED73}"/>
          </ac:spMkLst>
        </pc:spChg>
        <pc:spChg chg="add">
          <ac:chgData name="Cesar Larios Jurado" userId="8f104481-d9ab-4cdc-ac3e-e12ab067789a" providerId="ADAL" clId="{FFC2E796-BF0A-4A02-9544-2D4D0A5B7518}" dt="2026-08-04T15:58:41.090" v="3" actId="22"/>
          <ac:spMkLst>
            <pc:docMk/>
            <pc:sldMk cId="456768138" sldId="2147483278"/>
            <ac:spMk id="31" creationId="{6B407957-D0D0-F285-417E-25EA1E90CE92}"/>
          </ac:spMkLst>
        </pc:spChg>
        <pc:spChg chg="add">
          <ac:chgData name="Cesar Larios Jurado" userId="8f104481-d9ab-4cdc-ac3e-e12ab067789a" providerId="ADAL" clId="{FFC2E796-BF0A-4A02-9544-2D4D0A5B7518}" dt="2026-08-04T15:58:41.090" v="3" actId="22"/>
          <ac:spMkLst>
            <pc:docMk/>
            <pc:sldMk cId="456768138" sldId="2147483278"/>
            <ac:spMk id="37" creationId="{8FEE5922-1163-B7D8-A290-27B1A8A87A7B}"/>
          </ac:spMkLst>
        </pc:spChg>
        <pc:spChg chg="add">
          <ac:chgData name="Cesar Larios Jurado" userId="8f104481-d9ab-4cdc-ac3e-e12ab067789a" providerId="ADAL" clId="{FFC2E796-BF0A-4A02-9544-2D4D0A5B7518}" dt="2026-08-04T15:58:41.090" v="3" actId="22"/>
          <ac:spMkLst>
            <pc:docMk/>
            <pc:sldMk cId="456768138" sldId="2147483278"/>
            <ac:spMk id="39" creationId="{67A5FD39-5AFA-1360-ABF3-C5B966770F78}"/>
          </ac:spMkLst>
        </pc:spChg>
        <pc:spChg chg="add">
          <ac:chgData name="Cesar Larios Jurado" userId="8f104481-d9ab-4cdc-ac3e-e12ab067789a" providerId="ADAL" clId="{FFC2E796-BF0A-4A02-9544-2D4D0A5B7518}" dt="2026-08-04T15:58:41.090" v="3" actId="22"/>
          <ac:spMkLst>
            <pc:docMk/>
            <pc:sldMk cId="456768138" sldId="2147483278"/>
            <ac:spMk id="41" creationId="{1DE5877B-FEB2-BDD1-DCB9-7A5984D2D569}"/>
          </ac:spMkLst>
        </pc:spChg>
      </pc:sldChg>
      <pc:sldChg chg="modSp add mod">
        <pc:chgData name="Cesar Larios Jurado" userId="8f104481-d9ab-4cdc-ac3e-e12ab067789a" providerId="ADAL" clId="{FFC2E796-BF0A-4A02-9544-2D4D0A5B7518}" dt="2026-08-05T15:42:28.059" v="1816" actId="14100"/>
        <pc:sldMkLst>
          <pc:docMk/>
          <pc:sldMk cId="343419147" sldId="2147483279"/>
        </pc:sldMkLst>
        <pc:grpChg chg="mod">
          <ac:chgData name="Cesar Larios Jurado" userId="8f104481-d9ab-4cdc-ac3e-e12ab067789a" providerId="ADAL" clId="{FFC2E796-BF0A-4A02-9544-2D4D0A5B7518}" dt="2026-08-05T15:42:28.059" v="1816" actId="14100"/>
          <ac:grpSpMkLst>
            <pc:docMk/>
            <pc:sldMk cId="343419147" sldId="2147483279"/>
            <ac:grpSpMk id="51" creationId="{EEEB0F94-66DB-E723-5744-8D6F57AF1868}"/>
          </ac:grpSpMkLst>
        </pc:grpChg>
      </pc:sldChg>
      <pc:sldChg chg="new del">
        <pc:chgData name="Cesar Larios Jurado" userId="8f104481-d9ab-4cdc-ac3e-e12ab067789a" providerId="ADAL" clId="{FFC2E796-BF0A-4A02-9544-2D4D0A5B7518}" dt="2026-08-04T16:05:00.540" v="168" actId="47"/>
        <pc:sldMkLst>
          <pc:docMk/>
          <pc:sldMk cId="812400589" sldId="2147483280"/>
        </pc:sldMkLst>
      </pc:sldChg>
      <pc:sldChg chg="addSp delSp modSp add mod">
        <pc:chgData name="Cesar Larios Jurado" userId="8f104481-d9ab-4cdc-ac3e-e12ab067789a" providerId="ADAL" clId="{FFC2E796-BF0A-4A02-9544-2D4D0A5B7518}" dt="2026-08-05T15:42:42.337" v="1818" actId="14100"/>
        <pc:sldMkLst>
          <pc:docMk/>
          <pc:sldMk cId="3331397225" sldId="2147483281"/>
        </pc:sldMkLst>
        <pc:spChg chg="mod">
          <ac:chgData name="Cesar Larios Jurado" userId="8f104481-d9ab-4cdc-ac3e-e12ab067789a" providerId="ADAL" clId="{FFC2E796-BF0A-4A02-9544-2D4D0A5B7518}" dt="2026-08-04T16:07:07.395" v="295" actId="20577"/>
          <ac:spMkLst>
            <pc:docMk/>
            <pc:sldMk cId="3331397225" sldId="2147483281"/>
            <ac:spMk id="3" creationId="{4488A505-F772-A10F-6A52-C29AAA76B46A}"/>
          </ac:spMkLst>
        </pc:spChg>
        <pc:grpChg chg="mod">
          <ac:chgData name="Cesar Larios Jurado" userId="8f104481-d9ab-4cdc-ac3e-e12ab067789a" providerId="ADAL" clId="{FFC2E796-BF0A-4A02-9544-2D4D0A5B7518}" dt="2026-08-05T15:42:42.337" v="1818" actId="14100"/>
          <ac:grpSpMkLst>
            <pc:docMk/>
            <pc:sldMk cId="3331397225" sldId="2147483281"/>
            <ac:grpSpMk id="51" creationId="{196B3464-265E-9079-C441-A8C455ACA6D4}"/>
          </ac:grpSpMkLst>
        </pc:grpChg>
        <pc:graphicFrameChg chg="add mod modGraphic">
          <ac:chgData name="Cesar Larios Jurado" userId="8f104481-d9ab-4cdc-ac3e-e12ab067789a" providerId="ADAL" clId="{FFC2E796-BF0A-4A02-9544-2D4D0A5B7518}" dt="2026-08-05T15:07:54.601" v="1636" actId="1076"/>
          <ac:graphicFrameMkLst>
            <pc:docMk/>
            <pc:sldMk cId="3331397225" sldId="2147483281"/>
            <ac:graphicFrameMk id="2" creationId="{82F25C1C-ED12-F66D-B079-26627ACF8261}"/>
          </ac:graphicFrameMkLst>
        </pc:graphicFrameChg>
        <pc:graphicFrameChg chg="del mod">
          <ac:chgData name="Cesar Larios Jurado" userId="8f104481-d9ab-4cdc-ac3e-e12ab067789a" providerId="ADAL" clId="{FFC2E796-BF0A-4A02-9544-2D4D0A5B7518}" dt="2026-08-04T16:05:57.488" v="245" actId="478"/>
          <ac:graphicFrameMkLst>
            <pc:docMk/>
            <pc:sldMk cId="3331397225" sldId="2147483281"/>
            <ac:graphicFrameMk id="36" creationId="{0B0F8E0A-C54B-5F5D-B449-C57C8ACC3383}"/>
          </ac:graphicFrameMkLst>
        </pc:graphicFrameChg>
        <pc:picChg chg="del">
          <ac:chgData name="Cesar Larios Jurado" userId="8f104481-d9ab-4cdc-ac3e-e12ab067789a" providerId="ADAL" clId="{FFC2E796-BF0A-4A02-9544-2D4D0A5B7518}" dt="2026-08-04T16:05:58.985" v="246" actId="478"/>
          <ac:picMkLst>
            <pc:docMk/>
            <pc:sldMk cId="3331397225" sldId="2147483281"/>
            <ac:picMk id="39" creationId="{2CBB6383-FD19-AB05-FBA6-A8ABA644F7CC}"/>
          </ac:picMkLst>
        </pc:picChg>
      </pc:sldChg>
      <pc:sldChg chg="new del">
        <pc:chgData name="Cesar Larios Jurado" userId="8f104481-d9ab-4cdc-ac3e-e12ab067789a" providerId="ADAL" clId="{FFC2E796-BF0A-4A02-9544-2D4D0A5B7518}" dt="2026-08-04T16:08:18.056" v="334" actId="47"/>
        <pc:sldMkLst>
          <pc:docMk/>
          <pc:sldMk cId="2481230517" sldId="2147483282"/>
        </pc:sldMkLst>
      </pc:sldChg>
      <pc:sldChg chg="delSp modSp add mod ord">
        <pc:chgData name="Cesar Larios Jurado" userId="8f104481-d9ab-4cdc-ac3e-e12ab067789a" providerId="ADAL" clId="{FFC2E796-BF0A-4A02-9544-2D4D0A5B7518}" dt="2026-08-05T15:43:08.304" v="1821" actId="14100"/>
        <pc:sldMkLst>
          <pc:docMk/>
          <pc:sldMk cId="152042076" sldId="2147483283"/>
        </pc:sldMkLst>
        <pc:spChg chg="del">
          <ac:chgData name="Cesar Larios Jurado" userId="8f104481-d9ab-4cdc-ac3e-e12ab067789a" providerId="ADAL" clId="{FFC2E796-BF0A-4A02-9544-2D4D0A5B7518}" dt="2026-08-05T15:10:10.626" v="1645" actId="478"/>
          <ac:spMkLst>
            <pc:docMk/>
            <pc:sldMk cId="152042076" sldId="2147483283"/>
            <ac:spMk id="49" creationId="{5FE41450-46C5-24D9-8410-1798A6D8641D}"/>
          </ac:spMkLst>
        </pc:spChg>
        <pc:grpChg chg="mod">
          <ac:chgData name="Cesar Larios Jurado" userId="8f104481-d9ab-4cdc-ac3e-e12ab067789a" providerId="ADAL" clId="{FFC2E796-BF0A-4A02-9544-2D4D0A5B7518}" dt="2026-08-05T15:43:08.304" v="1821" actId="14100"/>
          <ac:grpSpMkLst>
            <pc:docMk/>
            <pc:sldMk cId="152042076" sldId="2147483283"/>
            <ac:grpSpMk id="51" creationId="{D388653F-EA24-0BD9-ADBF-D152BEB81E3A}"/>
          </ac:grpSpMkLst>
        </pc:grpChg>
      </pc:sldChg>
      <pc:sldChg chg="new del">
        <pc:chgData name="Cesar Larios Jurado" userId="8f104481-d9ab-4cdc-ac3e-e12ab067789a" providerId="ADAL" clId="{FFC2E796-BF0A-4A02-9544-2D4D0A5B7518}" dt="2026-08-04T16:08:36.621" v="336" actId="680"/>
        <pc:sldMkLst>
          <pc:docMk/>
          <pc:sldMk cId="493285269" sldId="2147483284"/>
        </pc:sldMkLst>
      </pc:sldChg>
      <pc:sldChg chg="addSp modSp add del mod ord">
        <pc:chgData name="Cesar Larios Jurado" userId="8f104481-d9ab-4cdc-ac3e-e12ab067789a" providerId="ADAL" clId="{FFC2E796-BF0A-4A02-9544-2D4D0A5B7518}" dt="2026-08-04T17:29:36.738" v="1408" actId="47"/>
        <pc:sldMkLst>
          <pc:docMk/>
          <pc:sldMk cId="1734182832" sldId="2147483284"/>
        </pc:sldMkLst>
        <pc:spChg chg="mod">
          <ac:chgData name="Cesar Larios Jurado" userId="8f104481-d9ab-4cdc-ac3e-e12ab067789a" providerId="ADAL" clId="{FFC2E796-BF0A-4A02-9544-2D4D0A5B7518}" dt="2026-08-04T16:10:05.961" v="410" actId="5793"/>
          <ac:spMkLst>
            <pc:docMk/>
            <pc:sldMk cId="1734182832" sldId="2147483284"/>
            <ac:spMk id="3" creationId="{17F9F22C-64EE-48DC-C9E5-BB42212CC930}"/>
          </ac:spMkLst>
        </pc:spChg>
        <pc:graphicFrameChg chg="add mod modGraphic">
          <ac:chgData name="Cesar Larios Jurado" userId="8f104481-d9ab-4cdc-ac3e-e12ab067789a" providerId="ADAL" clId="{FFC2E796-BF0A-4A02-9544-2D4D0A5B7518}" dt="2026-08-04T17:26:37.025" v="1402" actId="26606"/>
          <ac:graphicFrameMkLst>
            <pc:docMk/>
            <pc:sldMk cId="1734182832" sldId="2147483284"/>
            <ac:graphicFrameMk id="4" creationId="{18AC17D6-595D-1863-3EA3-53E7EF78A330}"/>
          </ac:graphicFrameMkLst>
        </pc:graphicFrameChg>
      </pc:sldChg>
      <pc:sldChg chg="addSp delSp modSp add mod ord">
        <pc:chgData name="Cesar Larios Jurado" userId="8f104481-d9ab-4cdc-ac3e-e12ab067789a" providerId="ADAL" clId="{FFC2E796-BF0A-4A02-9544-2D4D0A5B7518}" dt="2026-08-05T15:43:43.588" v="1825" actId="14100"/>
        <pc:sldMkLst>
          <pc:docMk/>
          <pc:sldMk cId="3223075159" sldId="2147483285"/>
        </pc:sldMkLst>
        <pc:spChg chg="mod">
          <ac:chgData name="Cesar Larios Jurado" userId="8f104481-d9ab-4cdc-ac3e-e12ab067789a" providerId="ADAL" clId="{FFC2E796-BF0A-4A02-9544-2D4D0A5B7518}" dt="2026-08-04T16:12:07.078" v="527" actId="313"/>
          <ac:spMkLst>
            <pc:docMk/>
            <pc:sldMk cId="3223075159" sldId="2147483285"/>
            <ac:spMk id="3" creationId="{148CFEA7-5532-AA13-4823-7F8532749895}"/>
          </ac:spMkLst>
        </pc:spChg>
        <pc:spChg chg="add mod">
          <ac:chgData name="Cesar Larios Jurado" userId="8f104481-d9ab-4cdc-ac3e-e12ab067789a" providerId="ADAL" clId="{FFC2E796-BF0A-4A02-9544-2D4D0A5B7518}" dt="2026-08-04T17:04:46.697" v="1245" actId="207"/>
          <ac:spMkLst>
            <pc:docMk/>
            <pc:sldMk cId="3223075159" sldId="2147483285"/>
            <ac:spMk id="6" creationId="{92E5600D-A02F-484F-768B-0AF0D9811077}"/>
          </ac:spMkLst>
        </pc:spChg>
        <pc:spChg chg="del">
          <ac:chgData name="Cesar Larios Jurado" userId="8f104481-d9ab-4cdc-ac3e-e12ab067789a" providerId="ADAL" clId="{FFC2E796-BF0A-4A02-9544-2D4D0A5B7518}" dt="2026-08-04T17:04:18.609" v="1240" actId="478"/>
          <ac:spMkLst>
            <pc:docMk/>
            <pc:sldMk cId="3223075159" sldId="2147483285"/>
            <ac:spMk id="8" creationId="{16295267-E544-F3A0-E34E-22CC63B92DD5}"/>
          </ac:spMkLst>
        </pc:spChg>
        <pc:spChg chg="add">
          <ac:chgData name="Cesar Larios Jurado" userId="8f104481-d9ab-4cdc-ac3e-e12ab067789a" providerId="ADAL" clId="{FFC2E796-BF0A-4A02-9544-2D4D0A5B7518}" dt="2026-08-04T17:04:08.779" v="1239" actId="22"/>
          <ac:spMkLst>
            <pc:docMk/>
            <pc:sldMk cId="3223075159" sldId="2147483285"/>
            <ac:spMk id="10" creationId="{3F461AAB-2A6A-8742-0574-4B607EB959DA}"/>
          </ac:spMkLst>
        </pc:spChg>
        <pc:spChg chg="add">
          <ac:chgData name="Cesar Larios Jurado" userId="8f104481-d9ab-4cdc-ac3e-e12ab067789a" providerId="ADAL" clId="{FFC2E796-BF0A-4A02-9544-2D4D0A5B7518}" dt="2026-08-04T17:04:08.779" v="1239" actId="22"/>
          <ac:spMkLst>
            <pc:docMk/>
            <pc:sldMk cId="3223075159" sldId="2147483285"/>
            <ac:spMk id="12" creationId="{D503C769-3CA9-E12C-698E-5616133143E3}"/>
          </ac:spMkLst>
        </pc:spChg>
        <pc:spChg chg="mod">
          <ac:chgData name="Cesar Larios Jurado" userId="8f104481-d9ab-4cdc-ac3e-e12ab067789a" providerId="ADAL" clId="{FFC2E796-BF0A-4A02-9544-2D4D0A5B7518}" dt="2026-08-04T17:04:46.697" v="1245" actId="207"/>
          <ac:spMkLst>
            <pc:docMk/>
            <pc:sldMk cId="3223075159" sldId="2147483285"/>
            <ac:spMk id="14" creationId="{BD04FA8A-5350-4BD9-29D2-40F5BBE2FEC6}"/>
          </ac:spMkLst>
        </pc:spChg>
        <pc:spChg chg="add del">
          <ac:chgData name="Cesar Larios Jurado" userId="8f104481-d9ab-4cdc-ac3e-e12ab067789a" providerId="ADAL" clId="{FFC2E796-BF0A-4A02-9544-2D4D0A5B7518}" dt="2026-08-04T17:04:20.452" v="1241" actId="478"/>
          <ac:spMkLst>
            <pc:docMk/>
            <pc:sldMk cId="3223075159" sldId="2147483285"/>
            <ac:spMk id="16" creationId="{727A90D2-6220-25B9-E54B-5813C51A9CD9}"/>
          </ac:spMkLst>
        </pc:spChg>
        <pc:spChg chg="add mod">
          <ac:chgData name="Cesar Larios Jurado" userId="8f104481-d9ab-4cdc-ac3e-e12ab067789a" providerId="ADAL" clId="{FFC2E796-BF0A-4A02-9544-2D4D0A5B7518}" dt="2026-08-04T17:06:29.721" v="1360" actId="20577"/>
          <ac:spMkLst>
            <pc:docMk/>
            <pc:sldMk cId="3223075159" sldId="2147483285"/>
            <ac:spMk id="18" creationId="{821755D1-6DFA-ADE0-04C6-1E8DAA1C869E}"/>
          </ac:spMkLst>
        </pc:spChg>
        <pc:spChg chg="add">
          <ac:chgData name="Cesar Larios Jurado" userId="8f104481-d9ab-4cdc-ac3e-e12ab067789a" providerId="ADAL" clId="{FFC2E796-BF0A-4A02-9544-2D4D0A5B7518}" dt="2026-08-04T17:04:08.779" v="1239" actId="22"/>
          <ac:spMkLst>
            <pc:docMk/>
            <pc:sldMk cId="3223075159" sldId="2147483285"/>
            <ac:spMk id="20" creationId="{DA07E41D-35A8-BCAD-0D18-B81A3E494A51}"/>
          </ac:spMkLst>
        </pc:spChg>
        <pc:spChg chg="mod">
          <ac:chgData name="Cesar Larios Jurado" userId="8f104481-d9ab-4cdc-ac3e-e12ab067789a" providerId="ADAL" clId="{FFC2E796-BF0A-4A02-9544-2D4D0A5B7518}" dt="2026-08-04T17:04:46.697" v="1245" actId="207"/>
          <ac:spMkLst>
            <pc:docMk/>
            <pc:sldMk cId="3223075159" sldId="2147483285"/>
            <ac:spMk id="22" creationId="{0B4BCCCE-F350-77CE-CA18-CBA87ADA8FF6}"/>
          </ac:spMkLst>
        </pc:spChg>
        <pc:spChg chg="add del">
          <ac:chgData name="Cesar Larios Jurado" userId="8f104481-d9ab-4cdc-ac3e-e12ab067789a" providerId="ADAL" clId="{FFC2E796-BF0A-4A02-9544-2D4D0A5B7518}" dt="2026-08-04T17:04:22.414" v="1242" actId="478"/>
          <ac:spMkLst>
            <pc:docMk/>
            <pc:sldMk cId="3223075159" sldId="2147483285"/>
            <ac:spMk id="24" creationId="{C9E33FAE-F815-5BE8-0451-B8E59477B234}"/>
          </ac:spMkLst>
        </pc:spChg>
        <pc:spChg chg="add mod">
          <ac:chgData name="Cesar Larios Jurado" userId="8f104481-d9ab-4cdc-ac3e-e12ab067789a" providerId="ADAL" clId="{FFC2E796-BF0A-4A02-9544-2D4D0A5B7518}" dt="2026-08-04T17:04:46.697" v="1245" actId="207"/>
          <ac:spMkLst>
            <pc:docMk/>
            <pc:sldMk cId="3223075159" sldId="2147483285"/>
            <ac:spMk id="28" creationId="{D7021F60-397D-442E-98D8-9EAF713E2A8A}"/>
          </ac:spMkLst>
        </pc:spChg>
        <pc:spChg chg="mod">
          <ac:chgData name="Cesar Larios Jurado" userId="8f104481-d9ab-4cdc-ac3e-e12ab067789a" providerId="ADAL" clId="{FFC2E796-BF0A-4A02-9544-2D4D0A5B7518}" dt="2026-08-04T17:04:52.480" v="1246" actId="207"/>
          <ac:spMkLst>
            <pc:docMk/>
            <pc:sldMk cId="3223075159" sldId="2147483285"/>
            <ac:spMk id="30" creationId="{8FCC0E7E-8F02-54AA-16D2-AABC8C614F62}"/>
          </ac:spMkLst>
        </pc:spChg>
        <pc:spChg chg="del">
          <ac:chgData name="Cesar Larios Jurado" userId="8f104481-d9ab-4cdc-ac3e-e12ab067789a" providerId="ADAL" clId="{FFC2E796-BF0A-4A02-9544-2D4D0A5B7518}" dt="2026-08-04T17:04:24.055" v="1243" actId="478"/>
          <ac:spMkLst>
            <pc:docMk/>
            <pc:sldMk cId="3223075159" sldId="2147483285"/>
            <ac:spMk id="32" creationId="{19C08DC1-2DF3-2CE5-CCB7-2B708C9ED823}"/>
          </ac:spMkLst>
        </pc:spChg>
        <pc:spChg chg="add">
          <ac:chgData name="Cesar Larios Jurado" userId="8f104481-d9ab-4cdc-ac3e-e12ab067789a" providerId="ADAL" clId="{FFC2E796-BF0A-4A02-9544-2D4D0A5B7518}" dt="2026-08-04T17:04:08.779" v="1239" actId="22"/>
          <ac:spMkLst>
            <pc:docMk/>
            <pc:sldMk cId="3223075159" sldId="2147483285"/>
            <ac:spMk id="36" creationId="{51D28EB9-AB63-BB04-7C7B-11B16582F85B}"/>
          </ac:spMkLst>
        </pc:spChg>
        <pc:spChg chg="mod">
          <ac:chgData name="Cesar Larios Jurado" userId="8f104481-d9ab-4cdc-ac3e-e12ab067789a" providerId="ADAL" clId="{FFC2E796-BF0A-4A02-9544-2D4D0A5B7518}" dt="2026-08-04T17:04:46.697" v="1245" actId="207"/>
          <ac:spMkLst>
            <pc:docMk/>
            <pc:sldMk cId="3223075159" sldId="2147483285"/>
            <ac:spMk id="38" creationId="{F3DE91E4-272C-A664-7EE7-96A79CB753CB}"/>
          </ac:spMkLst>
        </pc:spChg>
        <pc:spChg chg="del">
          <ac:chgData name="Cesar Larios Jurado" userId="8f104481-d9ab-4cdc-ac3e-e12ab067789a" providerId="ADAL" clId="{FFC2E796-BF0A-4A02-9544-2D4D0A5B7518}" dt="2026-08-04T17:04:25.804" v="1244" actId="478"/>
          <ac:spMkLst>
            <pc:docMk/>
            <pc:sldMk cId="3223075159" sldId="2147483285"/>
            <ac:spMk id="40" creationId="{9F663B32-601E-0D16-2A95-58730FDF1F18}"/>
          </ac:spMkLst>
        </pc:spChg>
        <pc:spChg chg="mod">
          <ac:chgData name="Cesar Larios Jurado" userId="8f104481-d9ab-4cdc-ac3e-e12ab067789a" providerId="ADAL" clId="{FFC2E796-BF0A-4A02-9544-2D4D0A5B7518}" dt="2026-08-05T15:37:25.668" v="1798" actId="20577"/>
          <ac:spMkLst>
            <pc:docMk/>
            <pc:sldMk cId="3223075159" sldId="2147483285"/>
            <ac:spMk id="42" creationId="{3AE78C32-1910-8842-BFD1-A05AC895325D}"/>
          </ac:spMkLst>
        </pc:spChg>
        <pc:spChg chg="add del">
          <ac:chgData name="Cesar Larios Jurado" userId="8f104481-d9ab-4cdc-ac3e-e12ab067789a" providerId="ADAL" clId="{FFC2E796-BF0A-4A02-9544-2D4D0A5B7518}" dt="2026-08-04T17:41:19.163" v="1563" actId="478"/>
          <ac:spMkLst>
            <pc:docMk/>
            <pc:sldMk cId="3223075159" sldId="2147483285"/>
            <ac:spMk id="44" creationId="{F71E4075-A84F-40CB-F2CA-E7E2BBFDCFB3}"/>
          </ac:spMkLst>
        </pc:spChg>
        <pc:grpChg chg="mod">
          <ac:chgData name="Cesar Larios Jurado" userId="8f104481-d9ab-4cdc-ac3e-e12ab067789a" providerId="ADAL" clId="{FFC2E796-BF0A-4A02-9544-2D4D0A5B7518}" dt="2026-08-05T15:43:43.588" v="1825" actId="14100"/>
          <ac:grpSpMkLst>
            <pc:docMk/>
            <pc:sldMk cId="3223075159" sldId="2147483285"/>
            <ac:grpSpMk id="51" creationId="{C0027517-5AE9-316D-2BE5-BC84591E4A15}"/>
          </ac:grpSpMkLst>
        </pc:grpChg>
      </pc:sldChg>
      <pc:sldChg chg="addSp delSp modSp add mod">
        <pc:chgData name="Cesar Larios Jurado" userId="8f104481-d9ab-4cdc-ac3e-e12ab067789a" providerId="ADAL" clId="{FFC2E796-BF0A-4A02-9544-2D4D0A5B7518}" dt="2026-08-05T15:43:00.984" v="1820" actId="14100"/>
        <pc:sldMkLst>
          <pc:docMk/>
          <pc:sldMk cId="1473294507" sldId="2147483286"/>
        </pc:sldMkLst>
        <pc:spChg chg="del">
          <ac:chgData name="Cesar Larios Jurado" userId="8f104481-d9ab-4cdc-ac3e-e12ab067789a" providerId="ADAL" clId="{FFC2E796-BF0A-4A02-9544-2D4D0A5B7518}" dt="2026-08-05T15:10:03.026" v="1644" actId="478"/>
          <ac:spMkLst>
            <pc:docMk/>
            <pc:sldMk cId="1473294507" sldId="2147483286"/>
            <ac:spMk id="49" creationId="{733F0866-3CC9-2DF7-8A82-7DBFB022DE9C}"/>
          </ac:spMkLst>
        </pc:spChg>
        <pc:grpChg chg="add del mod">
          <ac:chgData name="Cesar Larios Jurado" userId="8f104481-d9ab-4cdc-ac3e-e12ab067789a" providerId="ADAL" clId="{FFC2E796-BF0A-4A02-9544-2D4D0A5B7518}" dt="2026-08-05T15:43:00.984" v="1820" actId="14100"/>
          <ac:grpSpMkLst>
            <pc:docMk/>
            <pc:sldMk cId="1473294507" sldId="2147483286"/>
            <ac:grpSpMk id="51" creationId="{ADBDA644-92D5-CFC2-D5BC-49810FDB005E}"/>
          </ac:grpSpMkLst>
        </pc:grpChg>
      </pc:sldChg>
      <pc:sldChg chg="addSp delSp modSp add mod modShow">
        <pc:chgData name="Cesar Larios Jurado" userId="8f104481-d9ab-4cdc-ac3e-e12ab067789a" providerId="ADAL" clId="{FFC2E796-BF0A-4A02-9544-2D4D0A5B7518}" dt="2026-08-05T15:43:15.182" v="1822" actId="14100"/>
        <pc:sldMkLst>
          <pc:docMk/>
          <pc:sldMk cId="3351822809" sldId="2147483287"/>
        </pc:sldMkLst>
        <pc:spChg chg="mod">
          <ac:chgData name="Cesar Larios Jurado" userId="8f104481-d9ab-4cdc-ac3e-e12ab067789a" providerId="ADAL" clId="{FFC2E796-BF0A-4A02-9544-2D4D0A5B7518}" dt="2026-08-05T15:34:59.281" v="1711" actId="20577"/>
          <ac:spMkLst>
            <pc:docMk/>
            <pc:sldMk cId="3351822809" sldId="2147483287"/>
            <ac:spMk id="3" creationId="{CADA3917-9A57-8B15-E4F2-43FE27394A2C}"/>
          </ac:spMkLst>
        </pc:spChg>
        <pc:spChg chg="del">
          <ac:chgData name="Cesar Larios Jurado" userId="8f104481-d9ab-4cdc-ac3e-e12ab067789a" providerId="ADAL" clId="{FFC2E796-BF0A-4A02-9544-2D4D0A5B7518}" dt="2026-08-04T17:29:24.210" v="1406" actId="478"/>
          <ac:spMkLst>
            <pc:docMk/>
            <pc:sldMk cId="3351822809" sldId="2147483287"/>
            <ac:spMk id="7" creationId="{6BBF67DA-1FE7-8876-A33A-43AC543B3164}"/>
          </ac:spMkLst>
        </pc:spChg>
        <pc:spChg chg="mod">
          <ac:chgData name="Cesar Larios Jurado" userId="8f104481-d9ab-4cdc-ac3e-e12ab067789a" providerId="ADAL" clId="{FFC2E796-BF0A-4A02-9544-2D4D0A5B7518}" dt="2026-08-04T17:28:59.644" v="1405" actId="122"/>
          <ac:spMkLst>
            <pc:docMk/>
            <pc:sldMk cId="3351822809" sldId="2147483287"/>
            <ac:spMk id="11" creationId="{90A0A0C3-00FE-43C4-CDC7-9CD83E170F00}"/>
          </ac:spMkLst>
        </pc:spChg>
        <pc:spChg chg="del">
          <ac:chgData name="Cesar Larios Jurado" userId="8f104481-d9ab-4cdc-ac3e-e12ab067789a" providerId="ADAL" clId="{FFC2E796-BF0A-4A02-9544-2D4D0A5B7518}" dt="2026-08-04T17:29:24.210" v="1406" actId="478"/>
          <ac:spMkLst>
            <pc:docMk/>
            <pc:sldMk cId="3351822809" sldId="2147483287"/>
            <ac:spMk id="12" creationId="{A5B726A4-FD7B-79CC-0BDA-D18BF0EF525C}"/>
          </ac:spMkLst>
        </pc:spChg>
        <pc:spChg chg="del">
          <ac:chgData name="Cesar Larios Jurado" userId="8f104481-d9ab-4cdc-ac3e-e12ab067789a" providerId="ADAL" clId="{FFC2E796-BF0A-4A02-9544-2D4D0A5B7518}" dt="2026-08-04T17:29:24.210" v="1406" actId="478"/>
          <ac:spMkLst>
            <pc:docMk/>
            <pc:sldMk cId="3351822809" sldId="2147483287"/>
            <ac:spMk id="13" creationId="{AD121BD0-3C71-2395-740F-8BE44BDE44ED}"/>
          </ac:spMkLst>
        </pc:spChg>
        <pc:spChg chg="del">
          <ac:chgData name="Cesar Larios Jurado" userId="8f104481-d9ab-4cdc-ac3e-e12ab067789a" providerId="ADAL" clId="{FFC2E796-BF0A-4A02-9544-2D4D0A5B7518}" dt="2026-08-04T17:29:24.210" v="1406" actId="478"/>
          <ac:spMkLst>
            <pc:docMk/>
            <pc:sldMk cId="3351822809" sldId="2147483287"/>
            <ac:spMk id="20" creationId="{B313F1C0-1FD7-A3F8-CC0F-219E1B56ECC5}"/>
          </ac:spMkLst>
        </pc:spChg>
        <pc:spChg chg="del">
          <ac:chgData name="Cesar Larios Jurado" userId="8f104481-d9ab-4cdc-ac3e-e12ab067789a" providerId="ADAL" clId="{FFC2E796-BF0A-4A02-9544-2D4D0A5B7518}" dt="2026-08-04T17:29:24.210" v="1406" actId="478"/>
          <ac:spMkLst>
            <pc:docMk/>
            <pc:sldMk cId="3351822809" sldId="2147483287"/>
            <ac:spMk id="21" creationId="{76008C08-E206-FE14-9D07-81F3AA31167D}"/>
          </ac:spMkLst>
        </pc:spChg>
        <pc:spChg chg="del">
          <ac:chgData name="Cesar Larios Jurado" userId="8f104481-d9ab-4cdc-ac3e-e12ab067789a" providerId="ADAL" clId="{FFC2E796-BF0A-4A02-9544-2D4D0A5B7518}" dt="2026-08-04T17:29:24.210" v="1406" actId="478"/>
          <ac:spMkLst>
            <pc:docMk/>
            <pc:sldMk cId="3351822809" sldId="2147483287"/>
            <ac:spMk id="23" creationId="{EE73F9FB-E9E9-806B-B018-F199290D11A5}"/>
          </ac:spMkLst>
        </pc:spChg>
        <pc:spChg chg="del">
          <ac:chgData name="Cesar Larios Jurado" userId="8f104481-d9ab-4cdc-ac3e-e12ab067789a" providerId="ADAL" clId="{FFC2E796-BF0A-4A02-9544-2D4D0A5B7518}" dt="2026-08-04T17:29:24.210" v="1406" actId="478"/>
          <ac:spMkLst>
            <pc:docMk/>
            <pc:sldMk cId="3351822809" sldId="2147483287"/>
            <ac:spMk id="27" creationId="{E59F3E6E-C445-126D-794C-5060D6696100}"/>
          </ac:spMkLst>
        </pc:spChg>
        <pc:spChg chg="del">
          <ac:chgData name="Cesar Larios Jurado" userId="8f104481-d9ab-4cdc-ac3e-e12ab067789a" providerId="ADAL" clId="{FFC2E796-BF0A-4A02-9544-2D4D0A5B7518}" dt="2026-08-04T17:29:24.210" v="1406" actId="478"/>
          <ac:spMkLst>
            <pc:docMk/>
            <pc:sldMk cId="3351822809" sldId="2147483287"/>
            <ac:spMk id="29" creationId="{36EFCE7B-12C8-7643-7613-E3F049EBE388}"/>
          </ac:spMkLst>
        </pc:spChg>
        <pc:spChg chg="del">
          <ac:chgData name="Cesar Larios Jurado" userId="8f104481-d9ab-4cdc-ac3e-e12ab067789a" providerId="ADAL" clId="{FFC2E796-BF0A-4A02-9544-2D4D0A5B7518}" dt="2026-08-04T17:29:24.210" v="1406" actId="478"/>
          <ac:spMkLst>
            <pc:docMk/>
            <pc:sldMk cId="3351822809" sldId="2147483287"/>
            <ac:spMk id="31" creationId="{B831D5AC-5EB7-23F0-4ED3-0A512A7F1EB4}"/>
          </ac:spMkLst>
        </pc:spChg>
        <pc:spChg chg="del">
          <ac:chgData name="Cesar Larios Jurado" userId="8f104481-d9ab-4cdc-ac3e-e12ab067789a" providerId="ADAL" clId="{FFC2E796-BF0A-4A02-9544-2D4D0A5B7518}" dt="2026-08-04T17:29:24.210" v="1406" actId="478"/>
          <ac:spMkLst>
            <pc:docMk/>
            <pc:sldMk cId="3351822809" sldId="2147483287"/>
            <ac:spMk id="33" creationId="{B1FA07FF-E76B-8220-F551-82FFB17DB49A}"/>
          </ac:spMkLst>
        </pc:spChg>
        <pc:spChg chg="del">
          <ac:chgData name="Cesar Larios Jurado" userId="8f104481-d9ab-4cdc-ac3e-e12ab067789a" providerId="ADAL" clId="{FFC2E796-BF0A-4A02-9544-2D4D0A5B7518}" dt="2026-08-05T15:10:18.001" v="1646" actId="478"/>
          <ac:spMkLst>
            <pc:docMk/>
            <pc:sldMk cId="3351822809" sldId="2147483287"/>
            <ac:spMk id="49" creationId="{52C85873-1F6B-21AC-3D88-EF57E11E5EE9}"/>
          </ac:spMkLst>
        </pc:spChg>
        <pc:grpChg chg="mod">
          <ac:chgData name="Cesar Larios Jurado" userId="8f104481-d9ab-4cdc-ac3e-e12ab067789a" providerId="ADAL" clId="{FFC2E796-BF0A-4A02-9544-2D4D0A5B7518}" dt="2026-08-05T15:43:15.182" v="1822" actId="14100"/>
          <ac:grpSpMkLst>
            <pc:docMk/>
            <pc:sldMk cId="3351822809" sldId="2147483287"/>
            <ac:grpSpMk id="51" creationId="{620AD211-66AA-B5D9-595F-D287E21B3FB3}"/>
          </ac:grpSpMkLst>
        </pc:grpChg>
        <pc:graphicFrameChg chg="add del mod modGraphic">
          <ac:chgData name="Cesar Larios Jurado" userId="8f104481-d9ab-4cdc-ac3e-e12ab067789a" providerId="ADAL" clId="{FFC2E796-BF0A-4A02-9544-2D4D0A5B7518}" dt="2026-08-05T15:35:03.510" v="1712" actId="478"/>
          <ac:graphicFrameMkLst>
            <pc:docMk/>
            <pc:sldMk cId="3351822809" sldId="2147483287"/>
            <ac:graphicFrameMk id="6" creationId="{B3F5D16C-864C-B3D1-2539-98A888CED8D8}"/>
          </ac:graphicFrameMkLst>
        </pc:graphicFrameChg>
        <pc:picChg chg="add mod modCrop">
          <ac:chgData name="Cesar Larios Jurado" userId="8f104481-d9ab-4cdc-ac3e-e12ab067789a" providerId="ADAL" clId="{FFC2E796-BF0A-4A02-9544-2D4D0A5B7518}" dt="2026-08-05T15:36:23.492" v="1715" actId="1076"/>
          <ac:picMkLst>
            <pc:docMk/>
            <pc:sldMk cId="3351822809" sldId="2147483287"/>
            <ac:picMk id="4" creationId="{1397F99B-3228-B68A-06B2-E324AD951954}"/>
          </ac:picMkLst>
        </pc:picChg>
      </pc:sldChg>
      <pc:sldChg chg="addSp delSp modSp new del mod ord modClrScheme chgLayout">
        <pc:chgData name="Cesar Larios Jurado" userId="8f104481-d9ab-4cdc-ac3e-e12ab067789a" providerId="ADAL" clId="{FFC2E796-BF0A-4A02-9544-2D4D0A5B7518}" dt="2026-08-05T15:41:28.687" v="1810" actId="47"/>
        <pc:sldMkLst>
          <pc:docMk/>
          <pc:sldMk cId="1645937433" sldId="2147483288"/>
        </pc:sldMkLst>
        <pc:spChg chg="add del mod">
          <ac:chgData name="Cesar Larios Jurado" userId="8f104481-d9ab-4cdc-ac3e-e12ab067789a" providerId="ADAL" clId="{FFC2E796-BF0A-4A02-9544-2D4D0A5B7518}" dt="2026-08-05T15:40:28.795" v="1807" actId="700"/>
          <ac:spMkLst>
            <pc:docMk/>
            <pc:sldMk cId="1645937433" sldId="2147483288"/>
            <ac:spMk id="2" creationId="{9A95247B-B4DC-A1FE-875B-48855DF5220F}"/>
          </ac:spMkLst>
        </pc:spChg>
        <pc:spChg chg="add del mod">
          <ac:chgData name="Cesar Larios Jurado" userId="8f104481-d9ab-4cdc-ac3e-e12ab067789a" providerId="ADAL" clId="{FFC2E796-BF0A-4A02-9544-2D4D0A5B7518}" dt="2026-08-05T15:40:28.795" v="1807" actId="700"/>
          <ac:spMkLst>
            <pc:docMk/>
            <pc:sldMk cId="1645937433" sldId="2147483288"/>
            <ac:spMk id="3" creationId="{4E4BC4A4-803E-1793-AD6C-A89EAABD5526}"/>
          </ac:spMkLst>
        </pc:spChg>
        <pc:spChg chg="add del mod">
          <ac:chgData name="Cesar Larios Jurado" userId="8f104481-d9ab-4cdc-ac3e-e12ab067789a" providerId="ADAL" clId="{FFC2E796-BF0A-4A02-9544-2D4D0A5B7518}" dt="2026-08-05T15:40:38.483" v="1808" actId="700"/>
          <ac:spMkLst>
            <pc:docMk/>
            <pc:sldMk cId="1645937433" sldId="2147483288"/>
            <ac:spMk id="4" creationId="{F657DCEB-0DC7-B97E-DC27-D63618BF2BB0}"/>
          </ac:spMkLst>
        </pc:spChg>
        <pc:spChg chg="add del mod">
          <ac:chgData name="Cesar Larios Jurado" userId="8f104481-d9ab-4cdc-ac3e-e12ab067789a" providerId="ADAL" clId="{FFC2E796-BF0A-4A02-9544-2D4D0A5B7518}" dt="2026-08-05T15:40:53.014" v="1809" actId="700"/>
          <ac:spMkLst>
            <pc:docMk/>
            <pc:sldMk cId="1645937433" sldId="2147483288"/>
            <ac:spMk id="5" creationId="{E4A1AD82-A64E-46B1-3B97-8FEE516E13A8}"/>
          </ac:spMkLst>
        </pc:spChg>
      </pc:sldChg>
      <pc:sldMasterChg chg="addSldLayout delSldLayout modSldLayout">
        <pc:chgData name="Cesar Larios Jurado" userId="8f104481-d9ab-4cdc-ac3e-e12ab067789a" providerId="ADAL" clId="{FFC2E796-BF0A-4A02-9544-2D4D0A5B7518}" dt="2026-08-04T17:26:37.025" v="1402" actId="26606"/>
        <pc:sldMasterMkLst>
          <pc:docMk/>
          <pc:sldMasterMk cId="3127703461" sldId="2147483798"/>
        </pc:sldMasterMkLst>
        <pc:sldLayoutChg chg="add">
          <pc:chgData name="Cesar Larios Jurado" userId="8f104481-d9ab-4cdc-ac3e-e12ab067789a" providerId="ADAL" clId="{FFC2E796-BF0A-4A02-9544-2D4D0A5B7518}" dt="2026-08-04T17:26:37.025" v="1402" actId="26606"/>
          <pc:sldLayoutMkLst>
            <pc:docMk/>
            <pc:sldMasterMk cId="3127703461" sldId="2147483798"/>
            <pc:sldLayoutMk cId="4234019253" sldId="2147483807"/>
          </pc:sldLayoutMkLst>
        </pc:sldLayoutChg>
        <pc:sldLayoutChg chg="del replId">
          <pc:chgData name="Cesar Larios Jurado" userId="8f104481-d9ab-4cdc-ac3e-e12ab067789a" providerId="ADAL" clId="{FFC2E796-BF0A-4A02-9544-2D4D0A5B7518}" dt="2026-08-04T16:31:39.806" v="605" actId="26606"/>
          <pc:sldLayoutMkLst>
            <pc:docMk/>
            <pc:sldMasterMk cId="3127703461" sldId="2147483798"/>
            <pc:sldLayoutMk cId="4234019253" sldId="2147483807"/>
          </pc:sldLayoutMkLst>
        </pc:sldLayoutChg>
      </pc:sldMasterChg>
    </pc:docChg>
  </pc:docChgLst>
  <pc:docChgLst>
    <pc:chgData name="Miguel Angel Gonzalez Trujano" userId="1a0d341f-dffc-4e6f-8f7b-3b40c1577f13" providerId="ADAL" clId="{99A652A9-0FEB-4428-B119-57541108D084}"/>
    <pc:docChg chg="modSld modMainMaster">
      <pc:chgData name="Miguel Angel Gonzalez Trujano" userId="1a0d341f-dffc-4e6f-8f7b-3b40c1577f13" providerId="ADAL" clId="{99A652A9-0FEB-4428-B119-57541108D084}" dt="2026-08-04T15:51:22.388" v="11" actId="13782"/>
      <pc:docMkLst>
        <pc:docMk/>
      </pc:docMkLst>
      <pc:sldChg chg="modSp setBg">
        <pc:chgData name="Miguel Angel Gonzalez Trujano" userId="1a0d341f-dffc-4e6f-8f7b-3b40c1577f13" providerId="ADAL" clId="{99A652A9-0FEB-4428-B119-57541108D084}" dt="2026-08-04T15:44:53.465" v="7" actId="207"/>
        <pc:sldMkLst>
          <pc:docMk/>
          <pc:sldMk cId="1436801557" sldId="2147469026"/>
        </pc:sldMkLst>
        <pc:spChg chg="mod">
          <ac:chgData name="Miguel Angel Gonzalez Trujano" userId="1a0d341f-dffc-4e6f-8f7b-3b40c1577f13" providerId="ADAL" clId="{99A652A9-0FEB-4428-B119-57541108D084}" dt="2026-08-04T15:44:53.465" v="7" actId="207"/>
          <ac:spMkLst>
            <pc:docMk/>
            <pc:sldMk cId="1436801557" sldId="2147469026"/>
            <ac:spMk id="17" creationId="{44F36314-75EE-148F-5A7C-1AD804941565}"/>
          </ac:spMkLst>
        </pc:spChg>
        <pc:picChg chg="mod">
          <ac:chgData name="Miguel Angel Gonzalez Trujano" userId="1a0d341f-dffc-4e6f-8f7b-3b40c1577f13" providerId="ADAL" clId="{99A652A9-0FEB-4428-B119-57541108D084}" dt="2026-08-04T15:43:48.255" v="0"/>
          <ac:picMkLst>
            <pc:docMk/>
            <pc:sldMk cId="1436801557" sldId="2147469026"/>
            <ac:picMk id="3" creationId="{6093DDB0-EF46-560A-FCEA-62D92AEF4F5A}"/>
          </ac:picMkLst>
        </pc:picChg>
      </pc:sldChg>
      <pc:sldChg chg="modSp">
        <pc:chgData name="Miguel Angel Gonzalez Trujano" userId="1a0d341f-dffc-4e6f-8f7b-3b40c1577f13" providerId="ADAL" clId="{99A652A9-0FEB-4428-B119-57541108D084}" dt="2026-08-04T15:51:22.388" v="11" actId="13782"/>
        <pc:sldMkLst>
          <pc:docMk/>
          <pc:sldMk cId="2124413129" sldId="2147483271"/>
        </pc:sldMkLst>
        <pc:graphicFrameChg chg="mod">
          <ac:chgData name="Miguel Angel Gonzalez Trujano" userId="1a0d341f-dffc-4e6f-8f7b-3b40c1577f13" providerId="ADAL" clId="{99A652A9-0FEB-4428-B119-57541108D084}" dt="2026-08-04T15:51:22.388" v="11" actId="13782"/>
          <ac:graphicFrameMkLst>
            <pc:docMk/>
            <pc:sldMk cId="2124413129" sldId="2147483271"/>
            <ac:graphicFrameMk id="36" creationId="{34DA00D5-EF0F-D9A2-4CD2-FADAE7E687F2}"/>
          </ac:graphicFrameMkLst>
        </pc:graphicFrameChg>
      </pc:sldChg>
      <pc:sldMasterChg chg="addSp modTransition">
        <pc:chgData name="Miguel Angel Gonzalez Trujano" userId="1a0d341f-dffc-4e6f-8f7b-3b40c1577f13" providerId="ADAL" clId="{99A652A9-0FEB-4428-B119-57541108D084}" dt="2026-08-04T15:43:48.255" v="0"/>
        <pc:sldMasterMkLst>
          <pc:docMk/>
          <pc:sldMasterMk cId="3127703461" sldId="2147483798"/>
        </pc:sldMasterMkLst>
        <pc:spChg chg="add">
          <ac:chgData name="Miguel Angel Gonzalez Trujano" userId="1a0d341f-dffc-4e6f-8f7b-3b40c1577f13" providerId="ADAL" clId="{99A652A9-0FEB-4428-B119-57541108D084}" dt="2026-08-04T15:43:48.255" v="0"/>
          <ac:spMkLst>
            <pc:docMk/>
            <pc:sldMasterMk cId="3127703461" sldId="2147483798"/>
            <ac:spMk id="2" creationId="{99D79C17-4F9B-9037-00CC-277025CD3DAC}"/>
          </ac:spMkLst>
        </pc:spChg>
        <pc:spChg chg="add">
          <ac:chgData name="Miguel Angel Gonzalez Trujano" userId="1a0d341f-dffc-4e6f-8f7b-3b40c1577f13" providerId="ADAL" clId="{99A652A9-0FEB-4428-B119-57541108D084}" dt="2026-08-04T15:43:48.255" v="0"/>
          <ac:spMkLst>
            <pc:docMk/>
            <pc:sldMasterMk cId="3127703461" sldId="2147483798"/>
            <ac:spMk id="3" creationId="{150BB052-0DDD-50D6-F0FA-EFD68FC3C85B}"/>
          </ac:spMkLst>
        </pc:spChg>
        <pc:spChg chg="add">
          <ac:chgData name="Miguel Angel Gonzalez Trujano" userId="1a0d341f-dffc-4e6f-8f7b-3b40c1577f13" providerId="ADAL" clId="{99A652A9-0FEB-4428-B119-57541108D084}" dt="2026-08-04T15:43:48.255" v="0"/>
          <ac:spMkLst>
            <pc:docMk/>
            <pc:sldMasterMk cId="3127703461" sldId="2147483798"/>
            <ac:spMk id="41" creationId="{4D1940EA-51A5-326B-45BD-F967E35EFFDD}"/>
          </ac:spMkLst>
        </pc:spChg>
        <pc:spChg chg="add">
          <ac:chgData name="Miguel Angel Gonzalez Trujano" userId="1a0d341f-dffc-4e6f-8f7b-3b40c1577f13" providerId="ADAL" clId="{99A652A9-0FEB-4428-B119-57541108D084}" dt="2026-08-04T15:43:48.255" v="0"/>
          <ac:spMkLst>
            <pc:docMk/>
            <pc:sldMasterMk cId="3127703461" sldId="2147483798"/>
            <ac:spMk id="42" creationId="{C8A98452-0D3E-AF51-BE11-58F434A18A29}"/>
          </ac:spMkLst>
        </pc:spChg>
        <pc:grpChg chg="add">
          <ac:chgData name="Miguel Angel Gonzalez Trujano" userId="1a0d341f-dffc-4e6f-8f7b-3b40c1577f13" providerId="ADAL" clId="{99A652A9-0FEB-4428-B119-57541108D084}" dt="2026-08-04T15:43:48.255" v="0"/>
          <ac:grpSpMkLst>
            <pc:docMk/>
            <pc:sldMasterMk cId="3127703461" sldId="2147483798"/>
            <ac:grpSpMk id="4" creationId="{F3B291BD-1D4D-7456-6711-9E0771D618AB}"/>
          </ac:grpSpMkLst>
        </pc:grpChg>
        <pc:picChg chg="add">
          <ac:chgData name="Miguel Angel Gonzalez Trujano" userId="1a0d341f-dffc-4e6f-8f7b-3b40c1577f13" providerId="ADAL" clId="{99A652A9-0FEB-4428-B119-57541108D084}" dt="2026-08-04T15:43:48.255" v="0"/>
          <ac:picMkLst>
            <pc:docMk/>
            <pc:sldMasterMk cId="3127703461" sldId="2147483798"/>
            <ac:picMk id="43" creationId="{3562F8F5-01FF-A2E9-1118-C6C7A411A3EA}"/>
          </ac:picMkLst>
        </pc:pic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7995FE-C656-4E96-AC5B-9ECBF89801BA}" type="doc">
      <dgm:prSet loTypeId="urn:microsoft.com/office/officeart/2005/8/layout/list1" loCatId="list" qsTypeId="urn:microsoft.com/office/officeart/2005/8/quickstyle/simple1" qsCatId="simple" csTypeId="urn:microsoft.com/office/officeart/2005/8/colors/accent3_2" csCatId="accent3" phldr="1"/>
      <dgm:spPr/>
      <dgm:t>
        <a:bodyPr/>
        <a:lstStyle/>
        <a:p>
          <a:endParaRPr lang="es-MX"/>
        </a:p>
      </dgm:t>
    </dgm:pt>
    <dgm:pt modelId="{83E98BD9-9876-496C-B483-3D735D82286C}">
      <dgm:prSet phldrT="[Texto]" phldr="0" custT="1"/>
      <dgm:spPr/>
      <dgm:t>
        <a:bodyPr/>
        <a:lstStyle/>
        <a:p>
          <a:r>
            <a:rPr lang="es-MX" sz="2800">
              <a:latin typeface="Segoe UI Semilight" panose="020B0402040204020203" pitchFamily="34" charset="0"/>
              <a:cs typeface="Segoe UI Semilight" panose="020B0402040204020203" pitchFamily="34" charset="0"/>
            </a:rPr>
            <a:t>Objetivo del Proyecto</a:t>
          </a:r>
        </a:p>
      </dgm:t>
    </dgm:pt>
    <dgm:pt modelId="{AAAC914E-61CB-431E-947F-B18F266D4D55}" type="parTrans" cxnId="{67D6276D-0B3C-40EF-BFAA-9452ACA32142}">
      <dgm:prSet/>
      <dgm:spPr/>
      <dgm:t>
        <a:bodyPr/>
        <a:lstStyle/>
        <a:p>
          <a:endParaRPr lang="es-MX" sz="1600">
            <a:latin typeface="Segoe UI Semilight" panose="020B0402040204020203" pitchFamily="34" charset="0"/>
            <a:cs typeface="Segoe UI Semilight" panose="020B0402040204020203" pitchFamily="34" charset="0"/>
          </a:endParaRPr>
        </a:p>
      </dgm:t>
    </dgm:pt>
    <dgm:pt modelId="{900DBC2E-6A66-4866-B697-9508BBA65B58}" type="sibTrans" cxnId="{67D6276D-0B3C-40EF-BFAA-9452ACA32142}">
      <dgm:prSet/>
      <dgm:spPr/>
      <dgm:t>
        <a:bodyPr/>
        <a:lstStyle/>
        <a:p>
          <a:endParaRPr lang="es-MX" sz="1600">
            <a:latin typeface="Segoe UI Semilight" panose="020B0402040204020203" pitchFamily="34" charset="0"/>
            <a:cs typeface="Segoe UI Semilight" panose="020B0402040204020203" pitchFamily="34" charset="0"/>
          </a:endParaRPr>
        </a:p>
      </dgm:t>
    </dgm:pt>
    <dgm:pt modelId="{EF3814FE-177B-4B0F-AF4E-FF77B2C7CF98}">
      <dgm:prSet phldrT="[Texto]" custT="1"/>
      <dgm:spPr/>
      <dgm:t>
        <a:bodyPr/>
        <a:lstStyle/>
        <a:p>
          <a:pPr algn="just"/>
          <a:r>
            <a:rPr lang="es-MX" sz="2000">
              <a:latin typeface="Segoe UI Semilight" panose="020B0402040204020203" pitchFamily="34" charset="0"/>
              <a:cs typeface="Segoe UI Semilight" panose="020B0402040204020203" pitchFamily="34" charset="0"/>
            </a:rPr>
            <a:t>Implementar y poner en operación las capacidades de Microsoft 365 Business Premium en Dylo, a través de un servicio especializado proporcionado por C3ntro Telecom y ejecutado por el equipo consultor, habilitando controles de identidad, administración de dispositivos, protección de correo electrónico, seguridad de endpoints y protección básica de la información, con el fin de fortalecer la postura de ciberseguridad de la organización, incrementar la protección de sus activos digitales y maximizar el valor de la inversión realizada en la plataforma Microsoft 365.</a:t>
          </a:r>
        </a:p>
      </dgm:t>
    </dgm:pt>
    <dgm:pt modelId="{2E9CBFA8-CE39-4253-B2D1-F5457C9BDFEA}" type="parTrans" cxnId="{9F4504CA-6FE9-4F74-9D98-87AD477CAEC2}">
      <dgm:prSet/>
      <dgm:spPr/>
      <dgm:t>
        <a:bodyPr/>
        <a:lstStyle/>
        <a:p>
          <a:endParaRPr lang="es-MX" sz="1600">
            <a:latin typeface="Segoe UI Semilight" panose="020B0402040204020203" pitchFamily="34" charset="0"/>
            <a:cs typeface="Segoe UI Semilight" panose="020B0402040204020203" pitchFamily="34" charset="0"/>
          </a:endParaRPr>
        </a:p>
      </dgm:t>
    </dgm:pt>
    <dgm:pt modelId="{5968AC53-2B41-4E9F-A7A5-F5D2BA18CABC}" type="sibTrans" cxnId="{9F4504CA-6FE9-4F74-9D98-87AD477CAEC2}">
      <dgm:prSet/>
      <dgm:spPr/>
      <dgm:t>
        <a:bodyPr/>
        <a:lstStyle/>
        <a:p>
          <a:endParaRPr lang="es-MX" sz="1600">
            <a:latin typeface="Segoe UI Semilight" panose="020B0402040204020203" pitchFamily="34" charset="0"/>
            <a:cs typeface="Segoe UI Semilight" panose="020B0402040204020203" pitchFamily="34" charset="0"/>
          </a:endParaRPr>
        </a:p>
      </dgm:t>
    </dgm:pt>
    <dgm:pt modelId="{58EEFC59-AEE2-45CD-A6B6-677737EFD74D}" type="pres">
      <dgm:prSet presAssocID="{B67995FE-C656-4E96-AC5B-9ECBF89801BA}" presName="linear" presStyleCnt="0">
        <dgm:presLayoutVars>
          <dgm:dir/>
          <dgm:animLvl val="lvl"/>
          <dgm:resizeHandles val="exact"/>
        </dgm:presLayoutVars>
      </dgm:prSet>
      <dgm:spPr/>
    </dgm:pt>
    <dgm:pt modelId="{AF172C09-E4EF-4F1A-956B-95C95688790B}" type="pres">
      <dgm:prSet presAssocID="{83E98BD9-9876-496C-B483-3D735D82286C}" presName="parentLin" presStyleCnt="0"/>
      <dgm:spPr/>
    </dgm:pt>
    <dgm:pt modelId="{914E129E-0594-4649-81B0-757871CD0056}" type="pres">
      <dgm:prSet presAssocID="{83E98BD9-9876-496C-B483-3D735D82286C}" presName="parentLeftMargin" presStyleLbl="node1" presStyleIdx="0" presStyleCnt="1"/>
      <dgm:spPr/>
    </dgm:pt>
    <dgm:pt modelId="{5E2F603E-8EE5-4062-AF51-2384F048F2E2}" type="pres">
      <dgm:prSet presAssocID="{83E98BD9-9876-496C-B483-3D735D82286C}" presName="parentText" presStyleLbl="node1" presStyleIdx="0" presStyleCnt="1">
        <dgm:presLayoutVars>
          <dgm:chMax val="0"/>
          <dgm:bulletEnabled val="1"/>
        </dgm:presLayoutVars>
      </dgm:prSet>
      <dgm:spPr/>
    </dgm:pt>
    <dgm:pt modelId="{D0834C24-478D-4878-BBE7-C35FBD59AC6D}" type="pres">
      <dgm:prSet presAssocID="{83E98BD9-9876-496C-B483-3D735D82286C}" presName="negativeSpace" presStyleCnt="0"/>
      <dgm:spPr/>
    </dgm:pt>
    <dgm:pt modelId="{2BCC7637-8599-4334-9875-2C06C5D75886}" type="pres">
      <dgm:prSet presAssocID="{83E98BD9-9876-496C-B483-3D735D82286C}" presName="childText" presStyleLbl="conFgAcc1" presStyleIdx="0" presStyleCnt="1">
        <dgm:presLayoutVars>
          <dgm:bulletEnabled val="1"/>
        </dgm:presLayoutVars>
      </dgm:prSet>
      <dgm:spPr/>
    </dgm:pt>
  </dgm:ptLst>
  <dgm:cxnLst>
    <dgm:cxn modelId="{F4ACA603-09B6-4832-ACB5-C9D6FEAA983C}" type="presOf" srcId="{83E98BD9-9876-496C-B483-3D735D82286C}" destId="{5E2F603E-8EE5-4062-AF51-2384F048F2E2}" srcOrd="1" destOrd="0" presId="urn:microsoft.com/office/officeart/2005/8/layout/list1"/>
    <dgm:cxn modelId="{67D6276D-0B3C-40EF-BFAA-9452ACA32142}" srcId="{B67995FE-C656-4E96-AC5B-9ECBF89801BA}" destId="{83E98BD9-9876-496C-B483-3D735D82286C}" srcOrd="0" destOrd="0" parTransId="{AAAC914E-61CB-431E-947F-B18F266D4D55}" sibTransId="{900DBC2E-6A66-4866-B697-9508BBA65B58}"/>
    <dgm:cxn modelId="{5F4C05C8-1E54-439A-B195-07E173D3ECE2}" type="presOf" srcId="{EF3814FE-177B-4B0F-AF4E-FF77B2C7CF98}" destId="{2BCC7637-8599-4334-9875-2C06C5D75886}" srcOrd="0" destOrd="0" presId="urn:microsoft.com/office/officeart/2005/8/layout/list1"/>
    <dgm:cxn modelId="{9F4504CA-6FE9-4F74-9D98-87AD477CAEC2}" srcId="{83E98BD9-9876-496C-B483-3D735D82286C}" destId="{EF3814FE-177B-4B0F-AF4E-FF77B2C7CF98}" srcOrd="0" destOrd="0" parTransId="{2E9CBFA8-CE39-4253-B2D1-F5457C9BDFEA}" sibTransId="{5968AC53-2B41-4E9F-A7A5-F5D2BA18CABC}"/>
    <dgm:cxn modelId="{4774A3CC-F5AB-4D7C-AEAA-6544080B300F}" type="presOf" srcId="{B67995FE-C656-4E96-AC5B-9ECBF89801BA}" destId="{58EEFC59-AEE2-45CD-A6B6-677737EFD74D}" srcOrd="0" destOrd="0" presId="urn:microsoft.com/office/officeart/2005/8/layout/list1"/>
    <dgm:cxn modelId="{39BA5EF2-7903-4F12-BD20-0FA0BF6F0ED5}" type="presOf" srcId="{83E98BD9-9876-496C-B483-3D735D82286C}" destId="{914E129E-0594-4649-81B0-757871CD0056}" srcOrd="0" destOrd="0" presId="urn:microsoft.com/office/officeart/2005/8/layout/list1"/>
    <dgm:cxn modelId="{8830E1A7-14B7-4013-8519-BB5F0BBB5C4C}" type="presParOf" srcId="{58EEFC59-AEE2-45CD-A6B6-677737EFD74D}" destId="{AF172C09-E4EF-4F1A-956B-95C95688790B}" srcOrd="0" destOrd="0" presId="urn:microsoft.com/office/officeart/2005/8/layout/list1"/>
    <dgm:cxn modelId="{CA41D7B3-D04B-4081-A03A-44A727FCFB4B}" type="presParOf" srcId="{AF172C09-E4EF-4F1A-956B-95C95688790B}" destId="{914E129E-0594-4649-81B0-757871CD0056}" srcOrd="0" destOrd="0" presId="urn:microsoft.com/office/officeart/2005/8/layout/list1"/>
    <dgm:cxn modelId="{C0369950-47CE-4B25-818B-C84C9DA5CDEF}" type="presParOf" srcId="{AF172C09-E4EF-4F1A-956B-95C95688790B}" destId="{5E2F603E-8EE5-4062-AF51-2384F048F2E2}" srcOrd="1" destOrd="0" presId="urn:microsoft.com/office/officeart/2005/8/layout/list1"/>
    <dgm:cxn modelId="{68666B2C-E181-4C91-99C4-669F6CF255CE}" type="presParOf" srcId="{58EEFC59-AEE2-45CD-A6B6-677737EFD74D}" destId="{D0834C24-478D-4878-BBE7-C35FBD59AC6D}" srcOrd="1" destOrd="0" presId="urn:microsoft.com/office/officeart/2005/8/layout/list1"/>
    <dgm:cxn modelId="{FAE51978-943D-4C8E-B5E5-2F889092B978}" type="presParOf" srcId="{58EEFC59-AEE2-45CD-A6B6-677737EFD74D}" destId="{2BCC7637-8599-4334-9875-2C06C5D75886}"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7995FE-C656-4E96-AC5B-9ECBF89801BA}" type="doc">
      <dgm:prSet loTypeId="urn:microsoft.com/office/officeart/2005/8/layout/hList1" loCatId="list" qsTypeId="urn:microsoft.com/office/officeart/2005/8/quickstyle/simple1" qsCatId="simple" csTypeId="urn:microsoft.com/office/officeart/2005/8/colors/accent2_2" csCatId="accent2" phldr="1"/>
      <dgm:spPr/>
      <dgm:t>
        <a:bodyPr/>
        <a:lstStyle/>
        <a:p>
          <a:endParaRPr lang="es-MX"/>
        </a:p>
      </dgm:t>
    </dgm:pt>
    <dgm:pt modelId="{83E98BD9-9876-496C-B483-3D735D82286C}">
      <dgm:prSet phldrT="[Texto]" phldr="0"/>
      <dgm:spPr/>
      <dgm:t>
        <a:bodyPr/>
        <a:lstStyle/>
        <a:p>
          <a:r>
            <a:rPr lang="es-MX">
              <a:latin typeface="Segoe UI Semilight" panose="020B0402040204020203" pitchFamily="34" charset="0"/>
              <a:cs typeface="Segoe UI Semilight" panose="020B0402040204020203" pitchFamily="34" charset="0"/>
            </a:rPr>
            <a:t>Beneficios del Proyecto</a:t>
          </a:r>
        </a:p>
      </dgm:t>
    </dgm:pt>
    <dgm:pt modelId="{AAAC914E-61CB-431E-947F-B18F266D4D55}" type="parTrans" cxnId="{67D6276D-0B3C-40EF-BFAA-9452ACA32142}">
      <dgm:prSet/>
      <dgm:spPr/>
      <dgm:t>
        <a:bodyPr/>
        <a:lstStyle/>
        <a:p>
          <a:endParaRPr lang="es-MX">
            <a:latin typeface="Segoe UI Semilight" panose="020B0402040204020203" pitchFamily="34" charset="0"/>
            <a:cs typeface="Segoe UI Semilight" panose="020B0402040204020203" pitchFamily="34" charset="0"/>
          </a:endParaRPr>
        </a:p>
      </dgm:t>
    </dgm:pt>
    <dgm:pt modelId="{900DBC2E-6A66-4866-B697-9508BBA65B58}" type="sibTrans" cxnId="{67D6276D-0B3C-40EF-BFAA-9452ACA32142}">
      <dgm:prSet/>
      <dgm:spPr/>
      <dgm:t>
        <a:bodyPr/>
        <a:lstStyle/>
        <a:p>
          <a:endParaRPr lang="es-MX">
            <a:latin typeface="Segoe UI Semilight" panose="020B0402040204020203" pitchFamily="34" charset="0"/>
            <a:cs typeface="Segoe UI Semilight" panose="020B0402040204020203" pitchFamily="34" charset="0"/>
          </a:endParaRPr>
        </a:p>
      </dgm:t>
    </dgm:pt>
    <dgm:pt modelId="{EF3814FE-177B-4B0F-AF4E-FF77B2C7CF98}">
      <dgm:prSet phldrT="[Texto]"/>
      <dgm:spPr/>
      <dgm:t>
        <a:bodyPr/>
        <a:lstStyle/>
        <a:p>
          <a:pPr algn="just"/>
          <a:r>
            <a:rPr lang="es-MX">
              <a:latin typeface="Segoe UI Semilight" panose="020B0402040204020203" pitchFamily="34" charset="0"/>
              <a:cs typeface="Segoe UI Semilight" panose="020B0402040204020203" pitchFamily="34" charset="0"/>
            </a:rPr>
            <a:t>La implementación de Microsoft 365 Business Premium permitirá a Dylo fortalecer significativamente su postura de ciberseguridad mediante la adopción de controles modernos de identidad, acceso, protección de dispositivos y seguridad de la información, reduciendo la superficie de exposición frente a amenazas como phishing, malware, </a:t>
          </a:r>
          <a:r>
            <a:rPr lang="es-MX" err="1">
              <a:latin typeface="Segoe UI Semilight" panose="020B0402040204020203" pitchFamily="34" charset="0"/>
              <a:cs typeface="Segoe UI Semilight" panose="020B0402040204020203" pitchFamily="34" charset="0"/>
            </a:rPr>
            <a:t>ransomware</a:t>
          </a:r>
          <a:r>
            <a:rPr lang="es-MX">
              <a:latin typeface="Segoe UI Semilight" panose="020B0402040204020203" pitchFamily="34" charset="0"/>
              <a:cs typeface="Segoe UI Semilight" panose="020B0402040204020203" pitchFamily="34" charset="0"/>
            </a:rPr>
            <a:t> y accesos no autorizados. Asimismo, la organización contará con una plataforma integrada de protección que simplifica la administración de la seguridad y mejora la capacidad de respuesta ante incidentes. </a:t>
          </a:r>
        </a:p>
      </dgm:t>
    </dgm:pt>
    <dgm:pt modelId="{2E9CBFA8-CE39-4253-B2D1-F5457C9BDFEA}" type="parTrans" cxnId="{9F4504CA-6FE9-4F74-9D98-87AD477CAEC2}">
      <dgm:prSet/>
      <dgm:spPr/>
      <dgm:t>
        <a:bodyPr/>
        <a:lstStyle/>
        <a:p>
          <a:endParaRPr lang="es-MX">
            <a:latin typeface="Segoe UI Semilight" panose="020B0402040204020203" pitchFamily="34" charset="0"/>
            <a:cs typeface="Segoe UI Semilight" panose="020B0402040204020203" pitchFamily="34" charset="0"/>
          </a:endParaRPr>
        </a:p>
      </dgm:t>
    </dgm:pt>
    <dgm:pt modelId="{5968AC53-2B41-4E9F-A7A5-F5D2BA18CABC}" type="sibTrans" cxnId="{9F4504CA-6FE9-4F74-9D98-87AD477CAEC2}">
      <dgm:prSet/>
      <dgm:spPr/>
      <dgm:t>
        <a:bodyPr/>
        <a:lstStyle/>
        <a:p>
          <a:endParaRPr lang="es-MX">
            <a:latin typeface="Segoe UI Semilight" panose="020B0402040204020203" pitchFamily="34" charset="0"/>
            <a:cs typeface="Segoe UI Semilight" panose="020B0402040204020203" pitchFamily="34" charset="0"/>
          </a:endParaRPr>
        </a:p>
      </dgm:t>
    </dgm:pt>
    <dgm:pt modelId="{65BAE997-E6E1-4A74-9DB2-B4E5CFF28BA9}" type="pres">
      <dgm:prSet presAssocID="{B67995FE-C656-4E96-AC5B-9ECBF89801BA}" presName="Name0" presStyleCnt="0">
        <dgm:presLayoutVars>
          <dgm:dir/>
          <dgm:animLvl val="lvl"/>
          <dgm:resizeHandles val="exact"/>
        </dgm:presLayoutVars>
      </dgm:prSet>
      <dgm:spPr/>
    </dgm:pt>
    <dgm:pt modelId="{F56D1502-2AFD-4A46-92E5-2626643AD082}" type="pres">
      <dgm:prSet presAssocID="{83E98BD9-9876-496C-B483-3D735D82286C}" presName="composite" presStyleCnt="0"/>
      <dgm:spPr/>
    </dgm:pt>
    <dgm:pt modelId="{DB26A52A-9F88-4C8E-872A-29E8E504ABC6}" type="pres">
      <dgm:prSet presAssocID="{83E98BD9-9876-496C-B483-3D735D82286C}" presName="parTx" presStyleLbl="alignNode1" presStyleIdx="0" presStyleCnt="1">
        <dgm:presLayoutVars>
          <dgm:chMax val="0"/>
          <dgm:chPref val="0"/>
          <dgm:bulletEnabled val="1"/>
        </dgm:presLayoutVars>
      </dgm:prSet>
      <dgm:spPr/>
    </dgm:pt>
    <dgm:pt modelId="{59E85D02-0EE1-43DB-B120-E0CC5EFB8939}" type="pres">
      <dgm:prSet presAssocID="{83E98BD9-9876-496C-B483-3D735D82286C}" presName="desTx" presStyleLbl="alignAccFollowNode1" presStyleIdx="0" presStyleCnt="1">
        <dgm:presLayoutVars>
          <dgm:bulletEnabled val="1"/>
        </dgm:presLayoutVars>
      </dgm:prSet>
      <dgm:spPr/>
    </dgm:pt>
  </dgm:ptLst>
  <dgm:cxnLst>
    <dgm:cxn modelId="{88892F08-CAEC-4506-A05E-72297DD8B437}" type="presOf" srcId="{B67995FE-C656-4E96-AC5B-9ECBF89801BA}" destId="{65BAE997-E6E1-4A74-9DB2-B4E5CFF28BA9}" srcOrd="0" destOrd="0" presId="urn:microsoft.com/office/officeart/2005/8/layout/hList1"/>
    <dgm:cxn modelId="{67D6276D-0B3C-40EF-BFAA-9452ACA32142}" srcId="{B67995FE-C656-4E96-AC5B-9ECBF89801BA}" destId="{83E98BD9-9876-496C-B483-3D735D82286C}" srcOrd="0" destOrd="0" parTransId="{AAAC914E-61CB-431E-947F-B18F266D4D55}" sibTransId="{900DBC2E-6A66-4866-B697-9508BBA65B58}"/>
    <dgm:cxn modelId="{34D4F486-A266-4ED6-B5F5-D8990F3CFBD6}" type="presOf" srcId="{83E98BD9-9876-496C-B483-3D735D82286C}" destId="{DB26A52A-9F88-4C8E-872A-29E8E504ABC6}" srcOrd="0" destOrd="0" presId="urn:microsoft.com/office/officeart/2005/8/layout/hList1"/>
    <dgm:cxn modelId="{85B40E9D-52E8-4596-8B40-F1848C9D0BBA}" type="presOf" srcId="{EF3814FE-177B-4B0F-AF4E-FF77B2C7CF98}" destId="{59E85D02-0EE1-43DB-B120-E0CC5EFB8939}" srcOrd="0" destOrd="0" presId="urn:microsoft.com/office/officeart/2005/8/layout/hList1"/>
    <dgm:cxn modelId="{9F4504CA-6FE9-4F74-9D98-87AD477CAEC2}" srcId="{83E98BD9-9876-496C-B483-3D735D82286C}" destId="{EF3814FE-177B-4B0F-AF4E-FF77B2C7CF98}" srcOrd="0" destOrd="0" parTransId="{2E9CBFA8-CE39-4253-B2D1-F5457C9BDFEA}" sibTransId="{5968AC53-2B41-4E9F-A7A5-F5D2BA18CABC}"/>
    <dgm:cxn modelId="{B90CFE17-DD86-4F1B-AE6E-4ABFF357FA72}" type="presParOf" srcId="{65BAE997-E6E1-4A74-9DB2-B4E5CFF28BA9}" destId="{F56D1502-2AFD-4A46-92E5-2626643AD082}" srcOrd="0" destOrd="0" presId="urn:microsoft.com/office/officeart/2005/8/layout/hList1"/>
    <dgm:cxn modelId="{12BC7065-B354-4CDA-8358-DDC2BDB5D3EF}" type="presParOf" srcId="{F56D1502-2AFD-4A46-92E5-2626643AD082}" destId="{DB26A52A-9F88-4C8E-872A-29E8E504ABC6}" srcOrd="0" destOrd="0" presId="urn:microsoft.com/office/officeart/2005/8/layout/hList1"/>
    <dgm:cxn modelId="{0D7E4D45-5BF5-4ACC-8B2C-F83313AC8C7E}" type="presParOf" srcId="{F56D1502-2AFD-4A46-92E5-2626643AD082}" destId="{59E85D02-0EE1-43DB-B120-E0CC5EFB893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C7637-8599-4334-9875-2C06C5D75886}">
      <dsp:nvSpPr>
        <dsp:cNvPr id="0" name=""/>
        <dsp:cNvSpPr/>
      </dsp:nvSpPr>
      <dsp:spPr>
        <a:xfrm>
          <a:off x="0" y="399618"/>
          <a:ext cx="6476419" cy="501795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2642" tIns="562356" rIns="502642" bIns="142240" numCol="1" spcCol="1270" anchor="t" anchorCtr="0">
          <a:noAutofit/>
        </a:bodyPr>
        <a:lstStyle/>
        <a:p>
          <a:pPr marL="228600" lvl="1" indent="-228600" algn="just" defTabSz="889000">
            <a:lnSpc>
              <a:spcPct val="90000"/>
            </a:lnSpc>
            <a:spcBef>
              <a:spcPct val="0"/>
            </a:spcBef>
            <a:spcAft>
              <a:spcPct val="15000"/>
            </a:spcAft>
            <a:buChar char="•"/>
          </a:pPr>
          <a:r>
            <a:rPr lang="es-MX" sz="2000" kern="1200">
              <a:latin typeface="Segoe UI Semilight" panose="020B0402040204020203" pitchFamily="34" charset="0"/>
              <a:cs typeface="Segoe UI Semilight" panose="020B0402040204020203" pitchFamily="34" charset="0"/>
            </a:rPr>
            <a:t>Implementar y poner en operación las capacidades de Microsoft 365 Business Premium en Dylo, a través de un servicio especializado proporcionado por C3ntro Telecom y ejecutado por el equipo consultor, habilitando controles de identidad, administración de dispositivos, protección de correo electrónico, seguridad de endpoints y protección básica de la información, con el fin de fortalecer la postura de ciberseguridad de la organización, incrementar la protección de sus activos digitales y maximizar el valor de la inversión realizada en la plataforma Microsoft 365.</a:t>
          </a:r>
        </a:p>
      </dsp:txBody>
      <dsp:txXfrm>
        <a:off x="0" y="399618"/>
        <a:ext cx="6476419" cy="5017950"/>
      </dsp:txXfrm>
    </dsp:sp>
    <dsp:sp modelId="{5E2F603E-8EE5-4062-AF51-2384F048F2E2}">
      <dsp:nvSpPr>
        <dsp:cNvPr id="0" name=""/>
        <dsp:cNvSpPr/>
      </dsp:nvSpPr>
      <dsp:spPr>
        <a:xfrm>
          <a:off x="323820" y="1098"/>
          <a:ext cx="4533493" cy="79704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355" tIns="0" rIns="171355" bIns="0" numCol="1" spcCol="1270" anchor="ctr" anchorCtr="0">
          <a:noAutofit/>
        </a:bodyPr>
        <a:lstStyle/>
        <a:p>
          <a:pPr marL="0" lvl="0" indent="0" algn="l" defTabSz="1244600">
            <a:lnSpc>
              <a:spcPct val="90000"/>
            </a:lnSpc>
            <a:spcBef>
              <a:spcPct val="0"/>
            </a:spcBef>
            <a:spcAft>
              <a:spcPct val="35000"/>
            </a:spcAft>
            <a:buNone/>
          </a:pPr>
          <a:r>
            <a:rPr lang="es-MX" sz="2800" kern="1200">
              <a:latin typeface="Segoe UI Semilight" panose="020B0402040204020203" pitchFamily="34" charset="0"/>
              <a:cs typeface="Segoe UI Semilight" panose="020B0402040204020203" pitchFamily="34" charset="0"/>
            </a:rPr>
            <a:t>Objetivo del Proyecto</a:t>
          </a:r>
        </a:p>
      </dsp:txBody>
      <dsp:txXfrm>
        <a:off x="362728" y="40006"/>
        <a:ext cx="4455677" cy="719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26A52A-9F88-4C8E-872A-29E8E504ABC6}">
      <dsp:nvSpPr>
        <dsp:cNvPr id="0" name=""/>
        <dsp:cNvSpPr/>
      </dsp:nvSpPr>
      <dsp:spPr>
        <a:xfrm>
          <a:off x="0" y="115533"/>
          <a:ext cx="5319971" cy="5760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MX" sz="2000" kern="1200">
              <a:latin typeface="Segoe UI Semilight" panose="020B0402040204020203" pitchFamily="34" charset="0"/>
              <a:cs typeface="Segoe UI Semilight" panose="020B0402040204020203" pitchFamily="34" charset="0"/>
            </a:rPr>
            <a:t>Beneficios del Proyecto</a:t>
          </a:r>
        </a:p>
      </dsp:txBody>
      <dsp:txXfrm>
        <a:off x="0" y="115533"/>
        <a:ext cx="5319971" cy="576000"/>
      </dsp:txXfrm>
    </dsp:sp>
    <dsp:sp modelId="{59E85D02-0EE1-43DB-B120-E0CC5EFB8939}">
      <dsp:nvSpPr>
        <dsp:cNvPr id="0" name=""/>
        <dsp:cNvSpPr/>
      </dsp:nvSpPr>
      <dsp:spPr>
        <a:xfrm>
          <a:off x="0" y="691533"/>
          <a:ext cx="5319971" cy="4611599"/>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a:lnSpc>
              <a:spcPct val="90000"/>
            </a:lnSpc>
            <a:spcBef>
              <a:spcPct val="0"/>
            </a:spcBef>
            <a:spcAft>
              <a:spcPct val="15000"/>
            </a:spcAft>
            <a:buChar char="•"/>
          </a:pPr>
          <a:r>
            <a:rPr lang="es-MX" sz="2000" kern="1200">
              <a:latin typeface="Segoe UI Semilight" panose="020B0402040204020203" pitchFamily="34" charset="0"/>
              <a:cs typeface="Segoe UI Semilight" panose="020B0402040204020203" pitchFamily="34" charset="0"/>
            </a:rPr>
            <a:t>La implementación de Microsoft 365 Business Premium permitirá a Dylo fortalecer significativamente su postura de ciberseguridad mediante la adopción de controles modernos de identidad, acceso, protección de dispositivos y seguridad de la información, reduciendo la superficie de exposición frente a amenazas como phishing, malware, </a:t>
          </a:r>
          <a:r>
            <a:rPr lang="es-MX" sz="2000" kern="1200" err="1">
              <a:latin typeface="Segoe UI Semilight" panose="020B0402040204020203" pitchFamily="34" charset="0"/>
              <a:cs typeface="Segoe UI Semilight" panose="020B0402040204020203" pitchFamily="34" charset="0"/>
            </a:rPr>
            <a:t>ransomware</a:t>
          </a:r>
          <a:r>
            <a:rPr lang="es-MX" sz="2000" kern="1200">
              <a:latin typeface="Segoe UI Semilight" panose="020B0402040204020203" pitchFamily="34" charset="0"/>
              <a:cs typeface="Segoe UI Semilight" panose="020B0402040204020203" pitchFamily="34" charset="0"/>
            </a:rPr>
            <a:t> y accesos no autorizados. Asimismo, la organización contará con una plataforma integrada de protección que simplifica la administración de la seguridad y mejora la capacidad de respuesta ante incidentes. </a:t>
          </a:r>
        </a:p>
      </dsp:txBody>
      <dsp:txXfrm>
        <a:off x="0" y="691533"/>
        <a:ext cx="5319971" cy="461159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1E339B-657F-4375-8122-D6A2AE82D383}" type="datetimeFigureOut">
              <a:rPr lang="es-MX" smtClean="0"/>
              <a:t>04/08/2026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7AB613-C3DB-490A-9370-9F0453377B9C}" type="slidenum">
              <a:rPr lang="es-MX" smtClean="0"/>
              <a:t>‹Nº›</a:t>
            </a:fld>
            <a:endParaRPr lang="es-MX"/>
          </a:p>
        </p:txBody>
      </p:sp>
    </p:spTree>
    <p:extLst>
      <p:ext uri="{BB962C8B-B14F-4D97-AF65-F5344CB8AC3E}">
        <p14:creationId xmlns:p14="http://schemas.microsoft.com/office/powerpoint/2010/main" val="2326970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r>
              <a:rPr lang="en-US"/>
              <a:t>https://unsplash.com/photos/people-standing-inside-city-building-3fPXt37X6UQ</a:t>
            </a:r>
          </a:p>
        </p:txBody>
      </p:sp>
      <p:sp>
        <p:nvSpPr>
          <p:cNvPr id="4" name="Slide Number Placeholder 3"/>
          <p:cNvSpPr>
            <a:spLocks noGrp="1"/>
          </p:cNvSpPr>
          <p:nvPr>
            <p:ph type="sldNum" sz="quarter" idx="5"/>
          </p:nvPr>
        </p:nvSpPr>
        <p:spPr/>
        <p:txBody>
          <a:bodyPr/>
          <a:lstStyle/>
          <a:p>
            <a:fld id="{226BD284-4BAB-4CF6-8CFF-FBD3E46B4C3B}" type="slidenum">
              <a:rPr lang="en-US" smtClean="0"/>
              <a:t>1</a:t>
            </a:fld>
            <a:endParaRPr lang="en-US"/>
          </a:p>
        </p:txBody>
      </p:sp>
    </p:spTree>
    <p:extLst>
      <p:ext uri="{BB962C8B-B14F-4D97-AF65-F5344CB8AC3E}">
        <p14:creationId xmlns:p14="http://schemas.microsoft.com/office/powerpoint/2010/main" val="3648758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5BF6C-5BF3-0FE9-E5E9-A8AED982B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758E3-AB3A-7019-3C45-B4A89652EF09}"/>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911E31E6-885D-8EE8-268C-27FC74D1EC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DE44BB-F812-44A2-7C65-C12F108E74C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0013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82874-1AAE-63E7-F750-D6BE01486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A01A4-9B07-2D62-F59D-E3C29C5091BB}"/>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2722870F-8991-3E9A-12FA-22B11D12BA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98FB74-45E7-8667-A9A2-AE424C83A2F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04528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5C53A-41F0-34C8-56B9-5C357044B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8EF47-5971-4DF5-910B-83A5662BF8B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86FBACC0-139E-9F42-5B61-906276FF82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6BEF72-817A-46F1-6852-EFE081F6B3D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4730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0F7F-9503-9B06-CEC3-C13A4E7CA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2C0F0-5667-EBDA-7BCE-C8AEAC45864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EB0CCA62-0FDF-E100-9451-1246A5963A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6D1DAE-CFC1-AD7D-5A34-3186B677924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346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36D0A-C1CE-2DAD-5BE7-812781B7E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8F79-9226-8801-AD43-84D58D8A998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1B2AE9C9-FEE4-E5B4-6BE2-8F87A040D8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FCC73E-A295-0207-8FAA-BBEE23009ED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30332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447DE-7491-D9FD-E2AE-8627957EA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26094-53A1-7042-333F-5AEBA403F7E8}"/>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2396825-A492-C102-5E51-EC5D3BAE41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64038B-4DBF-CA94-D24B-ED13910C876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38082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72704-131C-6BCC-3DB3-CB852B29B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7CCC9-7FD9-0055-412B-8E6F2BB5F288}"/>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637E1245-6970-3AA1-7C7E-895CCBDBDC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6A31A6-3800-7BBD-6B28-773E18AD05E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32058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8C44A-D78B-419C-DF63-66AF1A671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6A68A-70CA-78E9-E8BC-2C452978C642}"/>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8C2A481-0465-CF9A-EAE6-958BAD61D3A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36A209-C2BA-74E1-0524-D3317D7236E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5895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27D7-86E2-CEEC-FC26-7CC798D7D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744CCD-65B5-800B-C0E6-93A261962CC9}"/>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AF7CF842-F8B4-A50C-89D3-74C5B6F9F8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ACDAEC-E5A7-0DA6-22DD-BAA87F7C1A5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0082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8918C-1A6A-8D2C-1941-B280210A5E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1A2E7C-F325-452C-1CA6-42A08AF72857}"/>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119B38FB-CF19-0378-C664-6CBD78AA54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CFCA6F-E302-B3CD-7B4F-233144F2FE3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160327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8_Title Slide 2">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2BC64979-D97F-2FFE-A8C1-5B6CBB8352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031113" y="1103350"/>
            <a:ext cx="4867200" cy="4867200"/>
          </a:xfrm>
          <a:prstGeom prst="rect">
            <a:avLst/>
          </a:prstGeom>
        </p:spPr>
      </p:pic>
      <p:sp>
        <p:nvSpPr>
          <p:cNvPr id="9" name="Title 1"/>
          <p:cNvSpPr>
            <a:spLocks noGrp="1"/>
          </p:cNvSpPr>
          <p:nvPr>
            <p:ph type="title" hasCustomPrompt="1"/>
          </p:nvPr>
        </p:nvSpPr>
        <p:spPr>
          <a:xfrm>
            <a:off x="584200" y="2982952"/>
            <a:ext cx="5964881" cy="553998"/>
          </a:xfrm>
          <a:noFill/>
        </p:spPr>
        <p:txBody>
          <a:bodyPr wrap="square" lIns="0" tIns="0" rIns="0" bIns="0" anchor="b" anchorCtr="0">
            <a:spAutoFit/>
          </a:bodyPr>
          <a:lstStyle>
            <a:lvl1pPr>
              <a:defRPr sz="3600" spc="-50" baseline="0">
                <a:solidFill>
                  <a:srgbClr val="107C10"/>
                </a:solidFill>
                <a:latin typeface="Segoe UI Semibold" panose="020B0702040204020203" pitchFamily="34" charset="0"/>
                <a:cs typeface="Segoe UI Semibold" panose="020B0702040204020203" pitchFamily="34" charset="0"/>
              </a:defRPr>
            </a:lvl1pPr>
          </a:lstStyle>
          <a:p>
            <a:r>
              <a:rPr lang="en-US"/>
              <a:t>Title goes here</a:t>
            </a:r>
          </a:p>
        </p:txBody>
      </p:sp>
      <p:sp>
        <p:nvSpPr>
          <p:cNvPr id="5" name="Text Placeholder 4"/>
          <p:cNvSpPr>
            <a:spLocks noGrp="1"/>
          </p:cNvSpPr>
          <p:nvPr>
            <p:ph type="body" sz="quarter" idx="12" hasCustomPrompt="1"/>
          </p:nvPr>
        </p:nvSpPr>
        <p:spPr>
          <a:xfrm>
            <a:off x="584200" y="3771900"/>
            <a:ext cx="5964881" cy="246221"/>
          </a:xfrm>
          <a:noFill/>
        </p:spPr>
        <p:txBody>
          <a:bodyPr wrap="square" lIns="0" tIns="0" rIns="0" bIns="0">
            <a:spAutoFit/>
          </a:bodyPr>
          <a:lstStyle>
            <a:lvl1pPr marL="0" indent="0">
              <a:spcBef>
                <a:spcPts val="0"/>
              </a:spcBef>
              <a:buNone/>
              <a:defRPr sz="1600" spc="0" baseline="0">
                <a:solidFill>
                  <a:srgbClr val="000000"/>
                </a:solidFill>
                <a:latin typeface="Segoe UI" panose="020B0502040204020203" pitchFamily="34" charset="0"/>
                <a:cs typeface="Segoe UI" panose="020B0502040204020203" pitchFamily="34" charset="0"/>
              </a:defRPr>
            </a:lvl1pPr>
          </a:lstStyle>
          <a:p>
            <a:pPr lvl="0"/>
            <a:r>
              <a:rPr lang="en-US"/>
              <a:t>Speaker name or subtitle text</a:t>
            </a:r>
          </a:p>
        </p:txBody>
      </p:sp>
      <p:sp>
        <p:nvSpPr>
          <p:cNvPr id="13" name="Rectangle 12">
            <a:extLst>
              <a:ext uri="{FF2B5EF4-FFF2-40B4-BE49-F238E27FC236}">
                <a16:creationId xmlns:a16="http://schemas.microsoft.com/office/drawing/2014/main" id="{1E496E0B-D426-DA9A-1C40-E5216B9B7551}"/>
              </a:ext>
            </a:extLst>
          </p:cNvPr>
          <p:cNvSpPr/>
          <p:nvPr userDrawn="1"/>
        </p:nvSpPr>
        <p:spPr bwMode="auto">
          <a:xfrm>
            <a:off x="0" y="6611778"/>
            <a:ext cx="12192000" cy="246222"/>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s-MX"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3841825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82952"/>
            <a:ext cx="5964881" cy="553998"/>
          </a:xfrm>
          <a:noFill/>
        </p:spPr>
        <p:txBody>
          <a:bodyPr wrap="square" lIns="0" tIns="0" rIns="0" bIns="0" anchor="b" anchorCtr="0">
            <a:spAutoFit/>
          </a:bodyPr>
          <a:lstStyle>
            <a:lvl1pPr>
              <a:defRPr sz="3600" spc="-50" baseline="0">
                <a:solidFill>
                  <a:schemeClr val="bg1"/>
                </a:solidFill>
                <a:latin typeface="Segoe UI Semibold" panose="020B0702040204020203" pitchFamily="34" charset="0"/>
                <a:cs typeface="Segoe UI Semibold" panose="020B0702040204020203" pitchFamily="34" charset="0"/>
              </a:defRPr>
            </a:lvl1pPr>
          </a:lstStyle>
          <a:p>
            <a:r>
              <a:rPr lang="en-US"/>
              <a:t>Title goes here</a:t>
            </a:r>
          </a:p>
        </p:txBody>
      </p:sp>
      <p:sp>
        <p:nvSpPr>
          <p:cNvPr id="5" name="Text Placeholder 4"/>
          <p:cNvSpPr>
            <a:spLocks noGrp="1"/>
          </p:cNvSpPr>
          <p:nvPr>
            <p:ph type="body" sz="quarter" idx="12" hasCustomPrompt="1"/>
          </p:nvPr>
        </p:nvSpPr>
        <p:spPr>
          <a:xfrm>
            <a:off x="584200" y="3962400"/>
            <a:ext cx="5964881" cy="246221"/>
          </a:xfrm>
          <a:noFill/>
        </p:spPr>
        <p:txBody>
          <a:bodyPr wrap="square" lIns="0" tIns="0" rIns="0" bIns="0">
            <a:spAutoFit/>
          </a:bodyPr>
          <a:lstStyle>
            <a:lvl1pPr marL="0" indent="0">
              <a:spcBef>
                <a:spcPts val="0"/>
              </a:spcBef>
              <a:buNone/>
              <a:defRPr sz="1600" spc="0" baseline="0">
                <a:solidFill>
                  <a:schemeClr val="bg1"/>
                </a:solidFill>
                <a:latin typeface="Segoe UI" panose="020B0502040204020203" pitchFamily="34" charset="0"/>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9141236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F5AF8C-13DA-9EFD-E98B-382C6BFD9391}"/>
              </a:ext>
            </a:extLst>
          </p:cNvPr>
          <p:cNvSpPr/>
          <p:nvPr userDrawn="1"/>
        </p:nvSpPr>
        <p:spPr bwMode="auto">
          <a:xfrm>
            <a:off x="0" y="0"/>
            <a:ext cx="12192000" cy="2403432"/>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s-MX" sz="2000" err="1">
              <a:solidFill>
                <a:srgbClr val="FFFFFF"/>
              </a:solidFill>
              <a:ea typeface="Segoe UI" pitchFamily="34" charset="0"/>
              <a:cs typeface="Segoe UI" pitchFamily="34" charset="0"/>
            </a:endParaRPr>
          </a:p>
        </p:txBody>
      </p:sp>
      <p:pic>
        <p:nvPicPr>
          <p:cNvPr id="8" name="Graphic 7">
            <a:extLst>
              <a:ext uri="{FF2B5EF4-FFF2-40B4-BE49-F238E27FC236}">
                <a16:creationId xmlns:a16="http://schemas.microsoft.com/office/drawing/2014/main" id="{E34E0FC0-EBD2-47E7-61D5-EA6CC647867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3530" b="33554"/>
          <a:stretch/>
        </p:blipFill>
        <p:spPr>
          <a:xfrm>
            <a:off x="7050405" y="-1"/>
            <a:ext cx="5212080" cy="2403433"/>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83326"/>
            <a:ext cx="6250687" cy="553998"/>
          </a:xfrm>
        </p:spPr>
        <p:txBody>
          <a:bodyPr/>
          <a:lstStyle>
            <a:lvl1pPr>
              <a:defRPr>
                <a:solidFill>
                  <a:schemeClr val="bg1"/>
                </a:solidFill>
              </a:defRPr>
            </a:lvl1pPr>
          </a:lstStyle>
          <a:p>
            <a:r>
              <a:rPr lang="en-US"/>
              <a:t>Click to edit Master title style</a:t>
            </a:r>
          </a:p>
        </p:txBody>
      </p:sp>
      <p:sp>
        <p:nvSpPr>
          <p:cNvPr id="6" name="Content Placeholder 5">
            <a:extLst>
              <a:ext uri="{FF2B5EF4-FFF2-40B4-BE49-F238E27FC236}">
                <a16:creationId xmlns:a16="http://schemas.microsoft.com/office/drawing/2014/main" id="{103CE53C-FEFA-03DA-9456-E1D376E3A950}"/>
              </a:ext>
            </a:extLst>
          </p:cNvPr>
          <p:cNvSpPr>
            <a:spLocks noGrp="1"/>
          </p:cNvSpPr>
          <p:nvPr>
            <p:ph sz="quarter" idx="10"/>
          </p:nvPr>
        </p:nvSpPr>
        <p:spPr>
          <a:xfrm>
            <a:off x="571034" y="3047746"/>
            <a:ext cx="8705850" cy="1785104"/>
          </a:xfrm>
        </p:spPr>
        <p:txBody>
          <a:bodyPr/>
          <a:lstStyle>
            <a:lvl1pPr marL="457200" indent="-457200" algn="l">
              <a:buFont typeface="Arial" panose="020B0604020202020204" pitchFamily="34" charset="0"/>
              <a:buChar char="•"/>
              <a:defRPr sz="2000"/>
            </a:lvl1pPr>
            <a:lvl2pPr marL="228600" indent="0" algn="l">
              <a:buNone/>
              <a:defRPr/>
            </a:lvl2pPr>
            <a:lvl3pPr marL="457200" indent="0" algn="l">
              <a:buNone/>
              <a:defRPr/>
            </a:lvl3pPr>
            <a:lvl4pPr marL="661988" indent="0" algn="l">
              <a:buNone/>
              <a:defRPr/>
            </a:lvl4pPr>
            <a:lvl5pPr marL="855663" indent="0" algn="l">
              <a:buNone/>
              <a:defRPr/>
            </a:lvl5pPr>
          </a:lstStyle>
          <a:p>
            <a:pPr lvl="0"/>
            <a:r>
              <a:rPr lang="en-US"/>
              <a:t>Click to edit Master text styles</a:t>
            </a:r>
          </a:p>
          <a:p>
            <a:pPr lvl="0"/>
            <a:endParaRPr lang="en-US"/>
          </a:p>
          <a:p>
            <a:pPr marL="457200" marR="0" lvl="0" indent="-45720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a:p>
            <a:pPr lvl="0"/>
            <a:endParaRPr lang="en-US"/>
          </a:p>
          <a:p>
            <a:pPr marL="457200" marR="0" lvl="0" indent="-45720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Click to edit Master text styles</a:t>
            </a:r>
          </a:p>
        </p:txBody>
      </p:sp>
      <p:sp>
        <p:nvSpPr>
          <p:cNvPr id="18" name="Content Placeholder 5">
            <a:extLst>
              <a:ext uri="{FF2B5EF4-FFF2-40B4-BE49-F238E27FC236}">
                <a16:creationId xmlns:a16="http://schemas.microsoft.com/office/drawing/2014/main" id="{2F73FB98-FD87-D447-8798-2D897A3A1386}"/>
              </a:ext>
            </a:extLst>
          </p:cNvPr>
          <p:cNvSpPr>
            <a:spLocks noGrp="1"/>
          </p:cNvSpPr>
          <p:nvPr>
            <p:ph sz="quarter" idx="11"/>
          </p:nvPr>
        </p:nvSpPr>
        <p:spPr>
          <a:xfrm>
            <a:off x="586078" y="1372195"/>
            <a:ext cx="6250687" cy="307777"/>
          </a:xfrm>
        </p:spPr>
        <p:txBody>
          <a:bodyPr/>
          <a:lstStyle>
            <a:lvl1pPr marL="0" indent="0" algn="l">
              <a:buFont typeface="Arial" panose="020B0604020202020204" pitchFamily="34" charset="0"/>
              <a:buNone/>
              <a:defRPr sz="2000">
                <a:solidFill>
                  <a:schemeClr val="bg1"/>
                </a:solidFill>
                <a:latin typeface="+mj-lt"/>
              </a:defRPr>
            </a:lvl1pPr>
            <a:lvl2pPr marL="228600" indent="0" algn="l">
              <a:buNone/>
              <a:defRPr/>
            </a:lvl2pPr>
            <a:lvl3pPr marL="457200" indent="0" algn="l">
              <a:buNone/>
              <a:defRPr/>
            </a:lvl3pPr>
            <a:lvl4pPr marL="661988" indent="0" algn="l">
              <a:buNone/>
              <a:defRPr/>
            </a:lvl4pPr>
            <a:lvl5pPr marL="855663" indent="0" algn="l">
              <a:buNone/>
              <a:defRPr/>
            </a:lvl5pPr>
          </a:lstStyle>
          <a:p>
            <a:pPr lvl="0"/>
            <a:r>
              <a:rPr lang="en-US"/>
              <a:t>Click to edit Master text styles</a:t>
            </a:r>
          </a:p>
        </p:txBody>
      </p:sp>
    </p:spTree>
    <p:extLst>
      <p:ext uri="{BB962C8B-B14F-4D97-AF65-F5344CB8AC3E}">
        <p14:creationId xmlns:p14="http://schemas.microsoft.com/office/powerpoint/2010/main" val="3347014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72">
          <p15:clr>
            <a:srgbClr val="A4A3A4"/>
          </p15:clr>
        </p15:guide>
        <p15:guide id="10" pos="1980">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29">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32" name="Text Placeholder 31">
            <a:extLst>
              <a:ext uri="{FF2B5EF4-FFF2-40B4-BE49-F238E27FC236}">
                <a16:creationId xmlns:a16="http://schemas.microsoft.com/office/drawing/2014/main" id="{3C03CA94-0DC4-A8D0-249B-3CA703A7E0DB}"/>
              </a:ext>
            </a:extLst>
          </p:cNvPr>
          <p:cNvSpPr>
            <a:spLocks noGrp="1"/>
          </p:cNvSpPr>
          <p:nvPr>
            <p:ph type="body" sz="quarter" idx="23"/>
          </p:nvPr>
        </p:nvSpPr>
        <p:spPr>
          <a:xfrm>
            <a:off x="2068754" y="3223239"/>
            <a:ext cx="6393320" cy="553998"/>
          </a:xfrm>
        </p:spPr>
        <p:txBody>
          <a:bodyPr/>
          <a:lstStyle>
            <a:lvl1pPr marL="0" indent="0" algn="l">
              <a:buNone/>
              <a:defRPr sz="3600">
                <a:solidFill>
                  <a:schemeClr val="bg1"/>
                </a:solidFill>
                <a:latin typeface="+mj-lt"/>
              </a:defRPr>
            </a:lvl1pPr>
            <a:lvl2pPr marL="228600" indent="0" algn="ctr">
              <a:buNone/>
              <a:defRPr/>
            </a:lvl2pPr>
            <a:lvl3pPr algn="ctr">
              <a:defRPr/>
            </a:lvl3pPr>
            <a:lvl4pPr algn="ctr">
              <a:defRPr/>
            </a:lvl4pPr>
            <a:lvl5pPr algn="ctr">
              <a:defRPr/>
            </a:lvl5pPr>
          </a:lstStyle>
          <a:p>
            <a:pPr lvl="0"/>
            <a:r>
              <a:rPr lang="en-US"/>
              <a:t>Click to edit Master text styles</a:t>
            </a:r>
          </a:p>
        </p:txBody>
      </p:sp>
      <p:sp>
        <p:nvSpPr>
          <p:cNvPr id="15" name="Oval 14">
            <a:extLst>
              <a:ext uri="{FF2B5EF4-FFF2-40B4-BE49-F238E27FC236}">
                <a16:creationId xmlns:a16="http://schemas.microsoft.com/office/drawing/2014/main" id="{722DDA89-3DF1-E655-4A04-9CFFD03D4367}"/>
              </a:ext>
            </a:extLst>
          </p:cNvPr>
          <p:cNvSpPr/>
          <p:nvPr userDrawn="1"/>
        </p:nvSpPr>
        <p:spPr bwMode="auto">
          <a:xfrm rot="16200000">
            <a:off x="573031" y="2741329"/>
            <a:ext cx="1384261" cy="1384262"/>
          </a:xfrm>
          <a:prstGeom prst="ellipse">
            <a:avLst/>
          </a:prstGeom>
          <a:solidFill>
            <a:srgbClr val="107C10"/>
          </a:solidFill>
          <a:ln w="571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16" name="Graphic 15">
            <a:extLst>
              <a:ext uri="{FF2B5EF4-FFF2-40B4-BE49-F238E27FC236}">
                <a16:creationId xmlns:a16="http://schemas.microsoft.com/office/drawing/2014/main" id="{4FF11FA7-D381-2CB0-8719-89242C960F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936853" y="3070593"/>
            <a:ext cx="656617" cy="725734"/>
          </a:xfrm>
          <a:prstGeom prst="rect">
            <a:avLst/>
          </a:prstGeom>
        </p:spPr>
      </p:pic>
    </p:spTree>
    <p:extLst>
      <p:ext uri="{BB962C8B-B14F-4D97-AF65-F5344CB8AC3E}">
        <p14:creationId xmlns:p14="http://schemas.microsoft.com/office/powerpoint/2010/main" val="481738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82">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29">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30">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7D9F1A-E7A6-A40A-7EF4-4936E4A355BE}"/>
              </a:ext>
            </a:extLst>
          </p:cNvPr>
          <p:cNvSpPr/>
          <p:nvPr userDrawn="1"/>
        </p:nvSpPr>
        <p:spPr>
          <a:xfrm>
            <a:off x="6099142" y="0"/>
            <a:ext cx="6092858" cy="6858000"/>
          </a:xfrm>
          <a:prstGeom prst="rect">
            <a:avLst/>
          </a:prstGeom>
          <a:solidFill>
            <a:srgbClr val="107C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10;&#10;Description automatically generated">
            <a:extLst>
              <a:ext uri="{FF2B5EF4-FFF2-40B4-BE49-F238E27FC236}">
                <a16:creationId xmlns:a16="http://schemas.microsoft.com/office/drawing/2014/main" id="{C04269C8-8039-9712-4A49-CFBC683723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89714" y="0"/>
            <a:ext cx="6102285" cy="6858000"/>
          </a:xfrm>
          <a:prstGeom prst="rect">
            <a:avLst/>
          </a:prstGeom>
        </p:spPr>
      </p:pic>
      <p:sp>
        <p:nvSpPr>
          <p:cNvPr id="8" name="Title 1">
            <a:extLst>
              <a:ext uri="{FF2B5EF4-FFF2-40B4-BE49-F238E27FC236}">
                <a16:creationId xmlns:a16="http://schemas.microsoft.com/office/drawing/2014/main" id="{F2923203-F1B1-A0D8-3A10-C56F4593601F}"/>
              </a:ext>
            </a:extLst>
          </p:cNvPr>
          <p:cNvSpPr>
            <a:spLocks noGrp="1"/>
          </p:cNvSpPr>
          <p:nvPr>
            <p:ph type="title" hasCustomPrompt="1"/>
          </p:nvPr>
        </p:nvSpPr>
        <p:spPr>
          <a:xfrm>
            <a:off x="582613" y="3178683"/>
            <a:ext cx="3090485"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Segoe UI Semibold" panose="020B0702040204020203" pitchFamily="34" charset="0"/>
                <a:ea typeface="+mn-ea"/>
                <a:cs typeface="Segoe UI Semibold" panose="020B0702040204020203" pitchFamily="34" charset="0"/>
              </a:defRPr>
            </a:lvl1pPr>
          </a:lstStyle>
          <a:p>
            <a:r>
              <a:rPr lang="en-US"/>
              <a:t>Thank you</a:t>
            </a:r>
          </a:p>
        </p:txBody>
      </p:sp>
    </p:spTree>
    <p:extLst>
      <p:ext uri="{BB962C8B-B14F-4D97-AF65-F5344CB8AC3E}">
        <p14:creationId xmlns:p14="http://schemas.microsoft.com/office/powerpoint/2010/main" val="59402261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91">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82">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29">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53">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83326"/>
            <a:ext cx="11018520" cy="553998"/>
          </a:xfrm>
        </p:spPr>
        <p:txBody>
          <a:bodyPr/>
          <a:lstStyle/>
          <a:p>
            <a:r>
              <a:rPr lang="en-US"/>
              <a:t>Click to edit Master title style</a:t>
            </a:r>
          </a:p>
        </p:txBody>
      </p:sp>
    </p:spTree>
    <p:extLst>
      <p:ext uri="{BB962C8B-B14F-4D97-AF65-F5344CB8AC3E}">
        <p14:creationId xmlns:p14="http://schemas.microsoft.com/office/powerpoint/2010/main" val="38453836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8_Title Onl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20B69A9-D32D-8E40-B0CB-D1E61E020857}"/>
              </a:ext>
              <a:ext uri="{C183D7F6-B498-43B3-948B-1728B52AA6E4}">
                <adec:decorative xmlns:adec="http://schemas.microsoft.com/office/drawing/2017/decorative" val="1"/>
              </a:ext>
            </a:extLst>
          </p:cNvPr>
          <p:cNvSpPr/>
          <p:nvPr userDrawn="1"/>
        </p:nvSpPr>
        <p:spPr bwMode="auto">
          <a:xfrm>
            <a:off x="5919788" y="0"/>
            <a:ext cx="6272212" cy="6884793"/>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83326"/>
            <a:ext cx="11018520" cy="553998"/>
          </a:xfrm>
        </p:spPr>
        <p:txBody>
          <a:bodyPr/>
          <a:lstStyle/>
          <a:p>
            <a:r>
              <a:rPr lang="en-US"/>
              <a:t>Click to edit Master title style</a:t>
            </a:r>
          </a:p>
        </p:txBody>
      </p:sp>
      <p:pic>
        <p:nvPicPr>
          <p:cNvPr id="7" name="Graphic 6">
            <a:extLst>
              <a:ext uri="{FF2B5EF4-FFF2-40B4-BE49-F238E27FC236}">
                <a16:creationId xmlns:a16="http://schemas.microsoft.com/office/drawing/2014/main" id="{AA368B57-AC66-CB82-31A9-C5C3C7A46F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881072" y="1254178"/>
            <a:ext cx="4349643" cy="4349643"/>
          </a:xfrm>
          <a:prstGeom prst="rect">
            <a:avLst/>
          </a:prstGeom>
        </p:spPr>
      </p:pic>
    </p:spTree>
    <p:extLst>
      <p:ext uri="{BB962C8B-B14F-4D97-AF65-F5344CB8AC3E}">
        <p14:creationId xmlns:p14="http://schemas.microsoft.com/office/powerpoint/2010/main" val="27279583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Title Onl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20B69A9-D32D-8E40-B0CB-D1E61E020857}"/>
              </a:ext>
              <a:ext uri="{C183D7F6-B498-43B3-948B-1728B52AA6E4}">
                <adec:decorative xmlns:adec="http://schemas.microsoft.com/office/drawing/2017/decorative" val="1"/>
              </a:ext>
            </a:extLst>
          </p:cNvPr>
          <p:cNvSpPr/>
          <p:nvPr userDrawn="1"/>
        </p:nvSpPr>
        <p:spPr bwMode="auto">
          <a:xfrm>
            <a:off x="5919788" y="0"/>
            <a:ext cx="6272212" cy="6884793"/>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 name="Graphic 2">
            <a:extLst>
              <a:ext uri="{FF2B5EF4-FFF2-40B4-BE49-F238E27FC236}">
                <a16:creationId xmlns:a16="http://schemas.microsoft.com/office/drawing/2014/main" id="{368F1470-7F69-4E86-6F15-B8C753F979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223003" y="-621000"/>
            <a:ext cx="6564838" cy="8100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83326"/>
            <a:ext cx="11018520" cy="553998"/>
          </a:xfrm>
        </p:spPr>
        <p:txBody>
          <a:bodyPr/>
          <a:lstStyle/>
          <a:p>
            <a:r>
              <a:rPr lang="en-US"/>
              <a:t>Click to edit Master title style</a:t>
            </a:r>
          </a:p>
        </p:txBody>
      </p:sp>
    </p:spTree>
    <p:extLst>
      <p:ext uri="{BB962C8B-B14F-4D97-AF65-F5344CB8AC3E}">
        <p14:creationId xmlns:p14="http://schemas.microsoft.com/office/powerpoint/2010/main" val="19844067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_Title Onl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20B69A9-D32D-8E40-B0CB-D1E61E020857}"/>
              </a:ext>
              <a:ext uri="{C183D7F6-B498-43B3-948B-1728B52AA6E4}">
                <adec:decorative xmlns:adec="http://schemas.microsoft.com/office/drawing/2017/decorative" val="1"/>
              </a:ext>
            </a:extLst>
          </p:cNvPr>
          <p:cNvSpPr/>
          <p:nvPr userDrawn="1"/>
        </p:nvSpPr>
        <p:spPr bwMode="auto">
          <a:xfrm>
            <a:off x="5919788" y="0"/>
            <a:ext cx="6272212" cy="6884793"/>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83326"/>
            <a:ext cx="11018520" cy="553998"/>
          </a:xfrm>
        </p:spPr>
        <p:txBody>
          <a:bodyPr/>
          <a:lstStyle/>
          <a:p>
            <a:r>
              <a:rPr lang="en-US"/>
              <a:t>Click to edit Master title style</a:t>
            </a:r>
          </a:p>
        </p:txBody>
      </p:sp>
      <p:pic>
        <p:nvPicPr>
          <p:cNvPr id="4" name="Graphic 3">
            <a:extLst>
              <a:ext uri="{FF2B5EF4-FFF2-40B4-BE49-F238E27FC236}">
                <a16:creationId xmlns:a16="http://schemas.microsoft.com/office/drawing/2014/main" id="{CE35BEED-9B1E-5F29-C6B0-7C97DA68A4F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18683"/>
          <a:stretch/>
        </p:blipFill>
        <p:spPr>
          <a:xfrm>
            <a:off x="7343415" y="849225"/>
            <a:ext cx="3424959" cy="7027200"/>
          </a:xfrm>
          <a:prstGeom prst="rect">
            <a:avLst/>
          </a:prstGeom>
        </p:spPr>
      </p:pic>
    </p:spTree>
    <p:extLst>
      <p:ext uri="{BB962C8B-B14F-4D97-AF65-F5344CB8AC3E}">
        <p14:creationId xmlns:p14="http://schemas.microsoft.com/office/powerpoint/2010/main" val="19519765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3039843-705A-0105-4B73-12F5DE5F17B5}"/>
              </a:ext>
              <a:ext uri="{C183D7F6-B498-43B3-948B-1728B52AA6E4}">
                <adec:decorative xmlns:adec="http://schemas.microsoft.com/office/drawing/2017/decorative" val="1"/>
              </a:ext>
            </a:extLst>
          </p:cNvPr>
          <p:cNvSpPr/>
          <p:nvPr userDrawn="1"/>
        </p:nvSpPr>
        <p:spPr bwMode="auto">
          <a:xfrm>
            <a:off x="5862452" y="0"/>
            <a:ext cx="6329548" cy="6858000"/>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83326"/>
            <a:ext cx="11018520" cy="553998"/>
          </a:xfrm>
        </p:spPr>
        <p:txBody>
          <a:bodyPr/>
          <a:lstStyle/>
          <a:p>
            <a:r>
              <a:rPr lang="en-US"/>
              <a:t>Click to edit Master title style</a:t>
            </a:r>
          </a:p>
        </p:txBody>
      </p:sp>
    </p:spTree>
    <p:extLst>
      <p:ext uri="{BB962C8B-B14F-4D97-AF65-F5344CB8AC3E}">
        <p14:creationId xmlns:p14="http://schemas.microsoft.com/office/powerpoint/2010/main" val="7442188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3046954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Rectangle 1">
            <a:extLst>
              <a:ext uri="{FF2B5EF4-FFF2-40B4-BE49-F238E27FC236}">
                <a16:creationId xmlns:a16="http://schemas.microsoft.com/office/drawing/2014/main" id="{DD9A5505-9CF9-F5CA-6167-E9F97C9102E2}"/>
              </a:ext>
              <a:ext uri="{C183D7F6-B498-43B3-948B-1728B52AA6E4}">
                <adec:decorative xmlns:adec="http://schemas.microsoft.com/office/drawing/2017/decorative" val="1"/>
              </a:ext>
            </a:extLst>
          </p:cNvPr>
          <p:cNvSpPr/>
          <p:nvPr userDrawn="1"/>
        </p:nvSpPr>
        <p:spPr bwMode="auto">
          <a:xfrm>
            <a:off x="5919788" y="0"/>
            <a:ext cx="6272212" cy="6884793"/>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0536476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Section 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0957C6-A218-4D11-974F-A39771E48E38}"/>
              </a:ext>
            </a:extLst>
          </p:cNvPr>
          <p:cNvSpPr/>
          <p:nvPr userDrawn="1"/>
        </p:nvSpPr>
        <p:spPr>
          <a:xfrm>
            <a:off x="6099142" y="0"/>
            <a:ext cx="6092858" cy="6858000"/>
          </a:xfrm>
          <a:prstGeom prst="rect">
            <a:avLst/>
          </a:prstGeom>
          <a:solidFill>
            <a:srgbClr val="107C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0E976B9C-6074-41F1-AA5A-85F56B2CDB3C}"/>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6210300" y="0"/>
            <a:ext cx="5981700" cy="6858000"/>
          </a:xfrm>
          <a:prstGeom prst="rect">
            <a:avLst/>
          </a:prstGeom>
        </p:spPr>
      </p:pic>
      <p:sp>
        <p:nvSpPr>
          <p:cNvPr id="2" name="Title 1"/>
          <p:cNvSpPr>
            <a:spLocks noGrp="1"/>
          </p:cNvSpPr>
          <p:nvPr>
            <p:ph type="title" hasCustomPrompt="1"/>
          </p:nvPr>
        </p:nvSpPr>
        <p:spPr>
          <a:xfrm>
            <a:off x="582613" y="3178683"/>
            <a:ext cx="9144000" cy="498598"/>
          </a:xfrm>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000000"/>
                </a:solidFill>
                <a:effectLst/>
                <a:latin typeface="Segoe UI Semibold" panose="020B0702040204020203" pitchFamily="34" charset="0"/>
                <a:ea typeface="+mn-ea"/>
                <a:cs typeface="Segoe UI Semibold" panose="020B0702040204020203" pitchFamily="34" charset="0"/>
              </a:defRPr>
            </a:lvl1pPr>
          </a:lstStyle>
          <a:p>
            <a:r>
              <a:rPr lang="en-US"/>
              <a:t>Section title</a:t>
            </a:r>
          </a:p>
        </p:txBody>
      </p:sp>
    </p:spTree>
    <p:extLst>
      <p:ext uri="{BB962C8B-B14F-4D97-AF65-F5344CB8AC3E}">
        <p14:creationId xmlns:p14="http://schemas.microsoft.com/office/powerpoint/2010/main" val="11564688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AF40DBE-8E14-49E9-CFB5-6D2ECE82D9B6}"/>
              </a:ext>
            </a:extLst>
          </p:cNvPr>
          <p:cNvSpPr>
            <a:spLocks noGrp="1"/>
          </p:cNvSpPr>
          <p:nvPr>
            <p:ph type="pic" sz="quarter" idx="10"/>
          </p:nvPr>
        </p:nvSpPr>
        <p:spPr>
          <a:xfrm>
            <a:off x="7493014" y="0"/>
            <a:ext cx="4701399" cy="6858000"/>
          </a:xfrm>
          <a:custGeom>
            <a:avLst/>
            <a:gdLst>
              <a:gd name="connsiteX0" fmla="*/ 1785479 w 4701399"/>
              <a:gd name="connsiteY0" fmla="*/ 0 h 6854571"/>
              <a:gd name="connsiteX1" fmla="*/ 4701399 w 4701399"/>
              <a:gd name="connsiteY1" fmla="*/ 0 h 6854571"/>
              <a:gd name="connsiteX2" fmla="*/ 4701399 w 4701399"/>
              <a:gd name="connsiteY2" fmla="*/ 6854571 h 6854571"/>
              <a:gd name="connsiteX3" fmla="*/ 1778748 w 4701399"/>
              <a:gd name="connsiteY3" fmla="*/ 6854571 h 6854571"/>
              <a:gd name="connsiteX4" fmla="*/ 85965 w 4701399"/>
              <a:gd name="connsiteY4" fmla="*/ 3831717 h 6854571"/>
              <a:gd name="connsiteX5" fmla="*/ 85965 w 4701399"/>
              <a:gd name="connsiteY5" fmla="*/ 3046222 h 685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01399" h="6854571">
                <a:moveTo>
                  <a:pt x="1785479" y="0"/>
                </a:moveTo>
                <a:lnTo>
                  <a:pt x="4701399" y="0"/>
                </a:lnTo>
                <a:lnTo>
                  <a:pt x="4701399" y="6854571"/>
                </a:lnTo>
                <a:lnTo>
                  <a:pt x="1778748" y="6854571"/>
                </a:lnTo>
                <a:lnTo>
                  <a:pt x="85965" y="3831717"/>
                </a:lnTo>
                <a:cubicBezTo>
                  <a:pt x="-107456" y="3483356"/>
                  <a:pt x="85965" y="3046222"/>
                  <a:pt x="85965" y="3046222"/>
                </a:cubicBezTo>
                <a:close/>
              </a:path>
            </a:pathLst>
          </a:custGeom>
        </p:spPr>
        <p:txBody>
          <a:bodyPr wrap="square">
            <a:noAutofit/>
          </a:bodyPr>
          <a:lstStyle/>
          <a:p>
            <a:endParaRPr lang="en-US"/>
          </a:p>
        </p:txBody>
      </p:sp>
    </p:spTree>
    <p:extLst>
      <p:ext uri="{BB962C8B-B14F-4D97-AF65-F5344CB8AC3E}">
        <p14:creationId xmlns:p14="http://schemas.microsoft.com/office/powerpoint/2010/main" val="21059617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9460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847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405EC5-D046-49B7-B9BB-6330273309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6A99E18-3194-49F3-B21D-3F881F98949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E8EF35A-8D97-4240-A91A-F62064112CC0}"/>
              </a:ext>
            </a:extLst>
          </p:cNvPr>
          <p:cNvSpPr>
            <a:spLocks noGrp="1"/>
          </p:cNvSpPr>
          <p:nvPr>
            <p:ph type="dt" sz="half" idx="10"/>
          </p:nvPr>
        </p:nvSpPr>
        <p:spPr/>
        <p:txBody>
          <a:bodyPr/>
          <a:lstStyle/>
          <a:p>
            <a:fld id="{11EBED18-6EA8-435E-9740-BE84D30D6631}" type="datetimeFigureOut">
              <a:rPr lang="es-MX" smtClean="0"/>
              <a:t>04/08/2026</a:t>
            </a:fld>
            <a:endParaRPr lang="es-MX"/>
          </a:p>
        </p:txBody>
      </p:sp>
      <p:sp>
        <p:nvSpPr>
          <p:cNvPr id="5" name="Marcador de pie de página 4">
            <a:extLst>
              <a:ext uri="{FF2B5EF4-FFF2-40B4-BE49-F238E27FC236}">
                <a16:creationId xmlns:a16="http://schemas.microsoft.com/office/drawing/2014/main" id="{04396619-DBAD-4886-B6A2-104B227247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C09585-D7BF-4B6E-9444-9BEDC3773C12}"/>
              </a:ext>
            </a:extLst>
          </p:cNvPr>
          <p:cNvSpPr>
            <a:spLocks noGrp="1"/>
          </p:cNvSpPr>
          <p:nvPr>
            <p:ph type="sldNum" sz="quarter" idx="12"/>
          </p:nvPr>
        </p:nvSpPr>
        <p:spPr/>
        <p:txBody>
          <a:bodyPr/>
          <a:lstStyle/>
          <a:p>
            <a:fld id="{BBE51A01-8957-4C54-BB87-BB5F6CE0A5DA}" type="slidenum">
              <a:rPr lang="es-MX" smtClean="0"/>
              <a:t>‹Nº›</a:t>
            </a:fld>
            <a:endParaRPr lang="es-MX"/>
          </a:p>
        </p:txBody>
      </p:sp>
    </p:spTree>
    <p:extLst>
      <p:ext uri="{BB962C8B-B14F-4D97-AF65-F5344CB8AC3E}">
        <p14:creationId xmlns:p14="http://schemas.microsoft.com/office/powerpoint/2010/main" val="12318200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pleca-enterpris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191666"/>
      </p:ext>
    </p:extLst>
  </p:cSld>
  <p:clrMapOvr>
    <a:masterClrMapping/>
  </p:clrMapOvr>
  <p:transition spd="med"/>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01" preserve="1">
  <p:cSld name="2_01">
    <p:spTree>
      <p:nvGrpSpPr>
        <p:cNvPr id="1" name="Shape 9"/>
        <p:cNvGrpSpPr/>
        <p:nvPr/>
      </p:nvGrpSpPr>
      <p:grpSpPr>
        <a:xfrm>
          <a:off x="0" y="0"/>
          <a:ext cx="0" cy="0"/>
          <a:chOff x="0" y="0"/>
          <a:chExt cx="0" cy="0"/>
        </a:xfrm>
      </p:grpSpPr>
      <p:cxnSp>
        <p:nvCxnSpPr>
          <p:cNvPr id="10" name="Google Shape;10;p14"/>
          <p:cNvCxnSpPr/>
          <p:nvPr/>
        </p:nvCxnSpPr>
        <p:spPr>
          <a:xfrm rot="10800000">
            <a:off x="760652" y="6527396"/>
            <a:ext cx="0" cy="159459"/>
          </a:xfrm>
          <a:prstGeom prst="straightConnector1">
            <a:avLst/>
          </a:prstGeom>
          <a:noFill/>
          <a:ln w="12700" cap="flat" cmpd="sng">
            <a:solidFill>
              <a:srgbClr val="BFBFBF"/>
            </a:solidFill>
            <a:prstDash val="solid"/>
            <a:miter lim="8000"/>
            <a:headEnd type="none" w="sm" len="sm"/>
            <a:tailEnd type="none" w="sm" len="sm"/>
          </a:ln>
        </p:spPr>
      </p:cxnSp>
      <p:sp>
        <p:nvSpPr>
          <p:cNvPr id="12" name="Google Shape;12;p14"/>
          <p:cNvSpPr txBox="1">
            <a:spLocks noGrp="1"/>
          </p:cNvSpPr>
          <p:nvPr>
            <p:ph type="sldNum" idx="12"/>
          </p:nvPr>
        </p:nvSpPr>
        <p:spPr>
          <a:xfrm>
            <a:off x="409992" y="6536974"/>
            <a:ext cx="200909" cy="280673"/>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1pPr>
            <a:lvl2pPr marL="0" lvl="1"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2pPr>
            <a:lvl3pPr marL="0" lvl="2"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3pPr>
            <a:lvl4pPr marL="0" lvl="3"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4pPr>
            <a:lvl5pPr marL="0" lvl="4"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5pPr>
            <a:lvl6pPr marL="0" lvl="5"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6pPr>
            <a:lvl7pPr marL="0" lvl="6"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7pPr>
            <a:lvl8pPr marL="0" lvl="7"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8pPr>
            <a:lvl9pPr marL="0" lvl="8" indent="0" algn="r">
              <a:lnSpc>
                <a:spcPct val="100000"/>
              </a:lnSpc>
              <a:spcBef>
                <a:spcPts val="0"/>
              </a:spcBef>
              <a:spcAft>
                <a:spcPts val="0"/>
              </a:spcAft>
              <a:buClr>
                <a:srgbClr val="A6A6A6"/>
              </a:buClr>
              <a:buSzPts val="684"/>
              <a:buFont typeface="Calibri"/>
              <a:buNone/>
              <a:defRPr sz="912">
                <a:solidFill>
                  <a:srgbClr val="A6A6A6"/>
                </a:solidFill>
                <a:latin typeface="Calibri"/>
                <a:ea typeface="Calibri"/>
                <a:cs typeface="Calibri"/>
                <a:sym typeface="Calibri"/>
              </a:defRPr>
            </a:lvl9pPr>
          </a:lstStyle>
          <a:p>
            <a:fld id="{00000000-1234-1234-1234-123412341234}" type="slidenum">
              <a:rPr lang="es-MX" smtClean="0"/>
              <a:pPr/>
              <a:t>‹Nº›</a:t>
            </a:fld>
            <a:endParaRPr lang="es-MX"/>
          </a:p>
        </p:txBody>
      </p:sp>
      <p:cxnSp>
        <p:nvCxnSpPr>
          <p:cNvPr id="13" name="Google Shape;13;p14"/>
          <p:cNvCxnSpPr/>
          <p:nvPr/>
        </p:nvCxnSpPr>
        <p:spPr>
          <a:xfrm rot="10800000">
            <a:off x="760652" y="6527396"/>
            <a:ext cx="0" cy="159459"/>
          </a:xfrm>
          <a:prstGeom prst="straightConnector1">
            <a:avLst/>
          </a:prstGeom>
          <a:noFill/>
          <a:ln w="12700" cap="flat" cmpd="sng">
            <a:solidFill>
              <a:srgbClr val="BFBFBF"/>
            </a:solidFill>
            <a:prstDash val="solid"/>
            <a:miter lim="8000"/>
            <a:headEnd type="none" w="sm" len="sm"/>
            <a:tailEnd type="none" w="sm" len="sm"/>
          </a:ln>
        </p:spPr>
      </p:cxnSp>
    </p:spTree>
    <p:extLst>
      <p:ext uri="{BB962C8B-B14F-4D97-AF65-F5344CB8AC3E}">
        <p14:creationId xmlns:p14="http://schemas.microsoft.com/office/powerpoint/2010/main" val="182621138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Non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390455"/>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i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39402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Intro copia">
    <p:spTree>
      <p:nvGrpSpPr>
        <p:cNvPr id="1" name=""/>
        <p:cNvGrpSpPr/>
        <p:nvPr/>
      </p:nvGrpSpPr>
      <p:grpSpPr>
        <a:xfrm>
          <a:off x="0" y="0"/>
          <a:ext cx="0" cy="0"/>
          <a:chOff x="0" y="0"/>
          <a:chExt cx="0" cy="0"/>
        </a:xfrm>
      </p:grpSpPr>
      <p:sp>
        <p:nvSpPr>
          <p:cNvPr id="21" name="Google Shape;173;p6"/>
          <p:cNvSpPr/>
          <p:nvPr/>
        </p:nvSpPr>
        <p:spPr>
          <a:xfrm rot="16200000">
            <a:off x="-3281315" y="3259829"/>
            <a:ext cx="6858005" cy="338343"/>
          </a:xfrm>
          <a:prstGeom prst="rect">
            <a:avLst/>
          </a:prstGeom>
          <a:solidFill>
            <a:srgbClr val="002E54"/>
          </a:solidFill>
          <a:ln w="12700">
            <a:miter lim="400000"/>
          </a:ln>
        </p:spPr>
        <p:txBody>
          <a:bodyPr lIns="60959" rIns="60959" anchor="ctr"/>
          <a:lstStyle/>
          <a:p>
            <a:pPr>
              <a:defRPr sz="1300">
                <a:latin typeface="+mj-lt"/>
                <a:ea typeface="+mj-ea"/>
                <a:cs typeface="+mj-cs"/>
                <a:sym typeface="Arial"/>
              </a:defRPr>
            </a:pPr>
            <a:endParaRPr sz="1733"/>
          </a:p>
        </p:txBody>
      </p:sp>
      <p:grpSp>
        <p:nvGrpSpPr>
          <p:cNvPr id="24" name="Agrupar"/>
          <p:cNvGrpSpPr/>
          <p:nvPr/>
        </p:nvGrpSpPr>
        <p:grpSpPr>
          <a:xfrm>
            <a:off x="-21484" y="5458109"/>
            <a:ext cx="341869" cy="1215297"/>
            <a:chOff x="0" y="0"/>
            <a:chExt cx="256400" cy="911472"/>
          </a:xfrm>
        </p:grpSpPr>
        <p:sp>
          <p:nvSpPr>
            <p:cNvPr id="22" name="Google Shape;173;p6"/>
            <p:cNvSpPr/>
            <p:nvPr/>
          </p:nvSpPr>
          <p:spPr>
            <a:xfrm rot="16200000">
              <a:off x="-328859" y="328858"/>
              <a:ext cx="911474" cy="253757"/>
            </a:xfrm>
            <a:prstGeom prst="rect">
              <a:avLst/>
            </a:prstGeom>
            <a:gradFill flip="none" rotWithShape="1">
              <a:gsLst>
                <a:gs pos="0">
                  <a:srgbClr val="194E8E"/>
                </a:gs>
                <a:gs pos="100000">
                  <a:schemeClr val="accent5"/>
                </a:gs>
              </a:gsLst>
              <a:lin ang="16200000" scaled="0"/>
            </a:gradFill>
            <a:ln w="12700" cap="flat">
              <a:noFill/>
              <a:miter lim="400000"/>
            </a:ln>
            <a:effectLst/>
          </p:spPr>
          <p:txBody>
            <a:bodyPr wrap="square" lIns="45719" tIns="45719" rIns="45719" bIns="45719" numCol="1" anchor="ctr">
              <a:noAutofit/>
            </a:bodyPr>
            <a:lstStyle/>
            <a:p>
              <a:pPr>
                <a:defRPr sz="1300">
                  <a:latin typeface="+mj-lt"/>
                  <a:ea typeface="+mj-ea"/>
                  <a:cs typeface="+mj-cs"/>
                  <a:sym typeface="Arial"/>
                </a:defRPr>
              </a:pPr>
              <a:endParaRPr sz="1733"/>
            </a:p>
          </p:txBody>
        </p:sp>
        <p:sp>
          <p:nvSpPr>
            <p:cNvPr id="23" name="Triángulo"/>
            <p:cNvSpPr/>
            <p:nvPr/>
          </p:nvSpPr>
          <p:spPr>
            <a:xfrm rot="16200000" flipH="1">
              <a:off x="156687" y="797032"/>
              <a:ext cx="147256" cy="5217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FFFFFF"/>
            </a:solidFill>
            <a:ln w="12700" cap="flat">
              <a:noFill/>
              <a:miter lim="400000"/>
            </a:ln>
            <a:effectLst/>
          </p:spPr>
          <p:txBody>
            <a:bodyPr wrap="square" lIns="45719" tIns="45719" rIns="45719" bIns="45719" numCol="1" anchor="ctr">
              <a:noAutofit/>
            </a:bodyPr>
            <a:lstStyle/>
            <a:p>
              <a:endParaRPr sz="2400"/>
            </a:p>
          </p:txBody>
        </p:sp>
      </p:grpSp>
      <p:pic>
        <p:nvPicPr>
          <p:cNvPr id="25" name="logo-c3ntro.png" descr="logo-c3ntro.png"/>
          <p:cNvPicPr>
            <a:picLocks noChangeAspect="1"/>
          </p:cNvPicPr>
          <p:nvPr/>
        </p:nvPicPr>
        <p:blipFill>
          <a:blip r:embed="rId2" cstate="email">
            <a:extLst>
              <a:ext uri="{28A0092B-C50C-407E-A947-70E740481C1C}">
                <a14:useLocalDpi xmlns:a14="http://schemas.microsoft.com/office/drawing/2010/main"/>
              </a:ext>
            </a:extLst>
          </a:blip>
          <a:srcRect b="25982"/>
          <a:stretch>
            <a:fillRect/>
          </a:stretch>
        </p:blipFill>
        <p:spPr>
          <a:xfrm>
            <a:off x="44352" y="188713"/>
            <a:ext cx="206669" cy="208216"/>
          </a:xfrm>
          <a:prstGeom prst="rect">
            <a:avLst/>
          </a:prstGeom>
          <a:ln w="12700">
            <a:miter lim="400000"/>
          </a:ln>
        </p:spPr>
      </p:pic>
      <p:sp>
        <p:nvSpPr>
          <p:cNvPr id="26" name="Intl Voice"/>
          <p:cNvSpPr txBox="1"/>
          <p:nvPr/>
        </p:nvSpPr>
        <p:spPr>
          <a:xfrm rot="16200000">
            <a:off x="-224951" y="4743166"/>
            <a:ext cx="802673" cy="22371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20" tIns="45720" rIns="45720" bIns="45720" anchor="ctr">
            <a:spAutoFit/>
          </a:bodyPr>
          <a:lstStyle>
            <a:lvl1pPr algn="ctr">
              <a:lnSpc>
                <a:spcPct val="80000"/>
              </a:lnSpc>
              <a:defRPr sz="800">
                <a:solidFill>
                  <a:srgbClr val="FFFFFF"/>
                </a:solidFill>
                <a:latin typeface="+mj-lt"/>
                <a:ea typeface="+mj-ea"/>
                <a:cs typeface="+mj-cs"/>
                <a:sym typeface="Arial"/>
              </a:defRPr>
            </a:lvl1pPr>
          </a:lstStyle>
          <a:p>
            <a:r>
              <a:rPr sz="1067"/>
              <a:t>GLOBAL</a:t>
            </a:r>
          </a:p>
        </p:txBody>
      </p:sp>
      <p:sp>
        <p:nvSpPr>
          <p:cNvPr id="27" name="Enterprise"/>
          <p:cNvSpPr txBox="1"/>
          <p:nvPr/>
        </p:nvSpPr>
        <p:spPr>
          <a:xfrm rot="16200000">
            <a:off x="-375437" y="3500483"/>
            <a:ext cx="1103640" cy="22371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20" tIns="45720" rIns="45720" bIns="45720" anchor="ctr">
            <a:spAutoFit/>
          </a:bodyPr>
          <a:lstStyle>
            <a:lvl1pPr algn="ctr">
              <a:lnSpc>
                <a:spcPct val="80000"/>
              </a:lnSpc>
              <a:defRPr sz="800">
                <a:solidFill>
                  <a:srgbClr val="FFFFFF"/>
                </a:solidFill>
                <a:latin typeface="+mj-lt"/>
                <a:ea typeface="+mj-ea"/>
                <a:cs typeface="+mj-cs"/>
                <a:sym typeface="Arial"/>
              </a:defRPr>
            </a:lvl1pPr>
          </a:lstStyle>
          <a:p>
            <a:r>
              <a:rPr sz="1067"/>
              <a:t>ENTERPRISE</a:t>
            </a:r>
          </a:p>
        </p:txBody>
      </p:sp>
      <p:sp>
        <p:nvSpPr>
          <p:cNvPr id="28" name="Infrastructure"/>
          <p:cNvSpPr txBox="1"/>
          <p:nvPr/>
        </p:nvSpPr>
        <p:spPr>
          <a:xfrm rot="16200000">
            <a:off x="-135329" y="2313324"/>
            <a:ext cx="623424" cy="22371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20" tIns="45720" rIns="45720" bIns="45720" anchor="ctr">
            <a:spAutoFit/>
          </a:bodyPr>
          <a:lstStyle>
            <a:lvl1pPr algn="ctr">
              <a:lnSpc>
                <a:spcPct val="80000"/>
              </a:lnSpc>
              <a:defRPr sz="800">
                <a:solidFill>
                  <a:srgbClr val="FFFFFF"/>
                </a:solidFill>
                <a:latin typeface="+mj-lt"/>
                <a:ea typeface="+mj-ea"/>
                <a:cs typeface="+mj-cs"/>
                <a:sym typeface="Arial"/>
              </a:defRPr>
            </a:lvl1pPr>
          </a:lstStyle>
          <a:p>
            <a:r>
              <a:rPr sz="1067"/>
              <a:t>INFRA</a:t>
            </a:r>
          </a:p>
        </p:txBody>
      </p:sp>
      <p:sp>
        <p:nvSpPr>
          <p:cNvPr id="30" name="Intl Voice"/>
          <p:cNvSpPr txBox="1"/>
          <p:nvPr/>
        </p:nvSpPr>
        <p:spPr>
          <a:xfrm rot="16200000">
            <a:off x="-224951" y="5953899"/>
            <a:ext cx="802673" cy="22371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20" tIns="45720" rIns="45720" bIns="45720" anchor="ctr">
            <a:spAutoFit/>
          </a:bodyPr>
          <a:lstStyle>
            <a:lvl1pPr algn="ctr">
              <a:lnSpc>
                <a:spcPct val="80000"/>
              </a:lnSpc>
              <a:defRPr sz="800" b="1">
                <a:solidFill>
                  <a:srgbClr val="FFFFFF"/>
                </a:solidFill>
                <a:latin typeface="+mj-lt"/>
                <a:ea typeface="+mj-ea"/>
                <a:cs typeface="+mj-cs"/>
                <a:sym typeface="Arial"/>
              </a:defRPr>
            </a:lvl1pPr>
          </a:lstStyle>
          <a:p>
            <a:r>
              <a:rPr sz="1067"/>
              <a:t>INTRO</a:t>
            </a:r>
          </a:p>
        </p:txBody>
      </p:sp>
      <p:sp>
        <p:nvSpPr>
          <p:cNvPr id="31" name="Número de diapositiva"/>
          <p:cNvSpPr txBox="1">
            <a:spLocks noGrp="1"/>
          </p:cNvSpPr>
          <p:nvPr>
            <p:ph type="sldNum" sz="quarter" idx="2"/>
          </p:nvPr>
        </p:nvSpPr>
        <p:spPr>
          <a:xfrm>
            <a:off x="11696098" y="121637"/>
            <a:ext cx="373781" cy="342115"/>
          </a:xfrm>
          <a:prstGeom prst="rect">
            <a:avLst/>
          </a:prstGeom>
        </p:spPr>
        <p:txBody>
          <a:bodyPr lIns="91438" tIns="91438" rIns="91438" bIns="91438" anchor="t"/>
          <a:lstStyle>
            <a:lvl1pPr algn="l" defTabSz="914377">
              <a:lnSpc>
                <a:spcPct val="90000"/>
              </a:lnSpc>
              <a:defRPr sz="800"/>
            </a:lvl1pPr>
          </a:lstStyle>
          <a:p>
            <a:fld id="{86CB4B4D-7CA3-9044-876B-883B54F8677D}" type="slidenum">
              <a:t>‹Nº›</a:t>
            </a:fld>
            <a:endParaRPr/>
          </a:p>
        </p:txBody>
      </p:sp>
      <p:pic>
        <p:nvPicPr>
          <p:cNvPr id="2" name="Imagen 1">
            <a:extLst>
              <a:ext uri="{FF2B5EF4-FFF2-40B4-BE49-F238E27FC236}">
                <a16:creationId xmlns:a16="http://schemas.microsoft.com/office/drawing/2014/main" id="{7D01B3C4-700E-07BF-F0F7-CE24AE3059D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34939" y="6306316"/>
            <a:ext cx="1220155" cy="349725"/>
          </a:xfrm>
          <a:prstGeom prst="rect">
            <a:avLst/>
          </a:prstGeom>
        </p:spPr>
      </p:pic>
    </p:spTree>
    <p:extLst>
      <p:ext uri="{BB962C8B-B14F-4D97-AF65-F5344CB8AC3E}">
        <p14:creationId xmlns:p14="http://schemas.microsoft.com/office/powerpoint/2010/main" val="4234019253"/>
      </p:ext>
    </p:extLst>
  </p:cSld>
  <p:clrMapOvr>
    <a:masterClrMapping/>
  </p:clrMapOvr>
  <p:transition spd="med"/>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3554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Layout 2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8E8C25-0C34-38F7-B3F6-30D29328A9EA}"/>
              </a:ext>
            </a:extLst>
          </p:cNvPr>
          <p:cNvSpPr>
            <a:spLocks noGrp="1"/>
          </p:cNvSpPr>
          <p:nvPr>
            <p:ph type="pic" sz="quarter" idx="10" hasCustomPrompt="1"/>
          </p:nvPr>
        </p:nvSpPr>
        <p:spPr>
          <a:xfrm>
            <a:off x="658813" y="3687799"/>
            <a:ext cx="10874375" cy="2621168"/>
          </a:xfrm>
          <a:prstGeom prst="roundRect">
            <a:avLst>
              <a:gd name="adj" fmla="val 5602"/>
            </a:avLst>
          </a:prstGeom>
        </p:spPr>
        <p:txBody>
          <a:bodyPr anchor="ctr"/>
          <a:lstStyle>
            <a:lvl1pPr marL="0" indent="0" algn="ctr">
              <a:buNone/>
              <a:defRPr>
                <a:solidFill>
                  <a:schemeClr val="tx2"/>
                </a:solidFill>
              </a:defRPr>
            </a:lvl1pPr>
          </a:lstStyle>
          <a:p>
            <a:r>
              <a:rPr lang="en-US"/>
              <a:t>Place Your Image Here</a:t>
            </a:r>
            <a:endParaRPr lang="en-ID"/>
          </a:p>
        </p:txBody>
      </p:sp>
    </p:spTree>
    <p:extLst>
      <p:ext uri="{BB962C8B-B14F-4D97-AF65-F5344CB8AC3E}">
        <p14:creationId xmlns:p14="http://schemas.microsoft.com/office/powerpoint/2010/main" val="344378626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AF40DBE-8E14-49E9-CFB5-6D2ECE82D9B6}"/>
              </a:ext>
            </a:extLst>
          </p:cNvPr>
          <p:cNvSpPr>
            <a:spLocks noGrp="1"/>
          </p:cNvSpPr>
          <p:nvPr>
            <p:ph type="pic" sz="quarter" idx="10"/>
          </p:nvPr>
        </p:nvSpPr>
        <p:spPr>
          <a:xfrm>
            <a:off x="7493014" y="0"/>
            <a:ext cx="4701399" cy="6858000"/>
          </a:xfrm>
          <a:custGeom>
            <a:avLst/>
            <a:gdLst>
              <a:gd name="connsiteX0" fmla="*/ 1785479 w 4701399"/>
              <a:gd name="connsiteY0" fmla="*/ 0 h 6854571"/>
              <a:gd name="connsiteX1" fmla="*/ 4701399 w 4701399"/>
              <a:gd name="connsiteY1" fmla="*/ 0 h 6854571"/>
              <a:gd name="connsiteX2" fmla="*/ 4701399 w 4701399"/>
              <a:gd name="connsiteY2" fmla="*/ 6854571 h 6854571"/>
              <a:gd name="connsiteX3" fmla="*/ 1778748 w 4701399"/>
              <a:gd name="connsiteY3" fmla="*/ 6854571 h 6854571"/>
              <a:gd name="connsiteX4" fmla="*/ 85965 w 4701399"/>
              <a:gd name="connsiteY4" fmla="*/ 3831717 h 6854571"/>
              <a:gd name="connsiteX5" fmla="*/ 85965 w 4701399"/>
              <a:gd name="connsiteY5" fmla="*/ 3046222 h 685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01399" h="6854571">
                <a:moveTo>
                  <a:pt x="1785479" y="0"/>
                </a:moveTo>
                <a:lnTo>
                  <a:pt x="4701399" y="0"/>
                </a:lnTo>
                <a:lnTo>
                  <a:pt x="4701399" y="6854571"/>
                </a:lnTo>
                <a:lnTo>
                  <a:pt x="1778748" y="6854571"/>
                </a:lnTo>
                <a:lnTo>
                  <a:pt x="85965" y="3831717"/>
                </a:lnTo>
                <a:cubicBezTo>
                  <a:pt x="-107456" y="3483356"/>
                  <a:pt x="85965" y="3046222"/>
                  <a:pt x="85965" y="3046222"/>
                </a:cubicBezTo>
                <a:close/>
              </a:path>
            </a:pathLst>
          </a:custGeom>
        </p:spPr>
        <p:txBody>
          <a:bodyPr wrap="square">
            <a:noAutofit/>
          </a:bodyPr>
          <a:lstStyle/>
          <a:p>
            <a:endParaRPr lang="en-US"/>
          </a:p>
        </p:txBody>
      </p:sp>
    </p:spTree>
    <p:extLst>
      <p:ext uri="{BB962C8B-B14F-4D97-AF65-F5344CB8AC3E}">
        <p14:creationId xmlns:p14="http://schemas.microsoft.com/office/powerpoint/2010/main" val="21409796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image" Target="../media/image2.emf"/><Relationship Id="rId5" Type="http://schemas.openxmlformats.org/officeDocument/2006/relationships/slideLayout" Target="../slideLayouts/slideLayout22.xml"/><Relationship Id="rId10" Type="http://schemas.openxmlformats.org/officeDocument/2006/relationships/image" Target="../media/image11.png"/><Relationship Id="rId4" Type="http://schemas.openxmlformats.org/officeDocument/2006/relationships/slideLayout" Target="../slideLayouts/slideLayout21.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7"/>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0956350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791" r:id="rId1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7538903"/>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5">
            <a:lumOff val="4705"/>
          </a:schemeClr>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B3A6A38-3849-9B63-14B4-12342C1564FF}"/>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734939" y="6306316"/>
            <a:ext cx="1220155" cy="349725"/>
          </a:xfrm>
          <a:prstGeom prst="rect">
            <a:avLst/>
          </a:prstGeom>
        </p:spPr>
      </p:pic>
      <p:sp>
        <p:nvSpPr>
          <p:cNvPr id="7" name="Google Shape;175;p6">
            <a:extLst>
              <a:ext uri="{FF2B5EF4-FFF2-40B4-BE49-F238E27FC236}">
                <a16:creationId xmlns:a16="http://schemas.microsoft.com/office/drawing/2014/main" id="{99411FB4-C58D-C536-82AD-EB65C9115766}"/>
              </a:ext>
            </a:extLst>
          </p:cNvPr>
          <p:cNvSpPr/>
          <p:nvPr/>
        </p:nvSpPr>
        <p:spPr>
          <a:xfrm rot="16200000">
            <a:off x="-3281958" y="3229197"/>
            <a:ext cx="6858001" cy="399607"/>
          </a:xfrm>
          <a:prstGeom prst="rect">
            <a:avLst/>
          </a:prstGeom>
          <a:solidFill>
            <a:srgbClr val="F2F2F2"/>
          </a:solidFill>
          <a:ln>
            <a:noFill/>
          </a:ln>
        </p:spPr>
        <p:txBody>
          <a:bodyPr spcFirstLastPara="1" wrap="square" lIns="60933" tIns="60933" rIns="60933" bIns="60933" anchor="ctr" anchorCtr="0">
            <a:spAutoFit/>
          </a:bodyPr>
          <a:lstStyle/>
          <a:p>
            <a:pPr marL="0" marR="0" lvl="0" indent="0" algn="l" rtl="0">
              <a:lnSpc>
                <a:spcPct val="100000"/>
              </a:lnSpc>
              <a:spcBef>
                <a:spcPts val="0"/>
              </a:spcBef>
              <a:spcAft>
                <a:spcPts val="0"/>
              </a:spcAft>
              <a:buClr>
                <a:srgbClr val="000000"/>
              </a:buClr>
              <a:buSzPts val="6900"/>
              <a:buFont typeface="Arial"/>
              <a:buNone/>
            </a:pPr>
            <a:endParaRPr sz="1797" b="0" i="0" u="none" strike="noStrike" cap="none">
              <a:solidFill>
                <a:srgbClr val="000000"/>
              </a:solidFill>
              <a:sym typeface="Arial"/>
            </a:endParaRPr>
          </a:p>
        </p:txBody>
      </p:sp>
      <p:sp>
        <p:nvSpPr>
          <p:cNvPr id="2" name="Title Placeholder 1">
            <a:extLst>
              <a:ext uri="{FF2B5EF4-FFF2-40B4-BE49-F238E27FC236}">
                <a16:creationId xmlns:a16="http://schemas.microsoft.com/office/drawing/2014/main" id="{99D79C17-4F9B-9037-00CC-277025CD3DAC}"/>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3" name="Text Placeholder 3">
            <a:extLst>
              <a:ext uri="{FF2B5EF4-FFF2-40B4-BE49-F238E27FC236}">
                <a16:creationId xmlns:a16="http://schemas.microsoft.com/office/drawing/2014/main" id="{150BB052-0DDD-50D6-F0FA-EFD68FC3C85B}"/>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ID" hidden="1">
            <a:extLst>
              <a:ext uri="{FF2B5EF4-FFF2-40B4-BE49-F238E27FC236}">
                <a16:creationId xmlns:a16="http://schemas.microsoft.com/office/drawing/2014/main" id="{F3B291BD-1D4D-7456-6711-9E0771D618AB}"/>
              </a:ext>
            </a:extLst>
          </p:cNvPr>
          <p:cNvGrpSpPr/>
          <p:nvPr userDrawn="1"/>
        </p:nvGrpSpPr>
        <p:grpSpPr>
          <a:xfrm>
            <a:off x="0" y="0"/>
            <a:ext cx="12192000" cy="6858000"/>
            <a:chOff x="0" y="0"/>
            <a:chExt cx="12192000" cy="6858000"/>
          </a:xfrm>
        </p:grpSpPr>
        <p:cxnSp>
          <p:nvCxnSpPr>
            <p:cNvPr id="5" name="Straight Connector 6">
              <a:extLst>
                <a:ext uri="{FF2B5EF4-FFF2-40B4-BE49-F238E27FC236}">
                  <a16:creationId xmlns:a16="http://schemas.microsoft.com/office/drawing/2014/main" id="{2ADD2BE2-3A3B-0422-30B9-9D47C034EF4B}"/>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8">
              <a:extLst>
                <a:ext uri="{FF2B5EF4-FFF2-40B4-BE49-F238E27FC236}">
                  <a16:creationId xmlns:a16="http://schemas.microsoft.com/office/drawing/2014/main" id="{BE13A8C3-8EB9-8F38-8F58-BF0CB92654BA}"/>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9">
              <a:extLst>
                <a:ext uri="{FF2B5EF4-FFF2-40B4-BE49-F238E27FC236}">
                  <a16:creationId xmlns:a16="http://schemas.microsoft.com/office/drawing/2014/main" id="{DEFDD874-71F4-A45F-EC20-348B842A9C43}"/>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10">
              <a:extLst>
                <a:ext uri="{FF2B5EF4-FFF2-40B4-BE49-F238E27FC236}">
                  <a16:creationId xmlns:a16="http://schemas.microsoft.com/office/drawing/2014/main" id="{5721D556-8F5E-3899-6A08-48AFE05745E1}"/>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1">
              <a:extLst>
                <a:ext uri="{FF2B5EF4-FFF2-40B4-BE49-F238E27FC236}">
                  <a16:creationId xmlns:a16="http://schemas.microsoft.com/office/drawing/2014/main" id="{C13615C9-B216-EAF0-18C7-D9638F268765}"/>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2">
              <a:extLst>
                <a:ext uri="{FF2B5EF4-FFF2-40B4-BE49-F238E27FC236}">
                  <a16:creationId xmlns:a16="http://schemas.microsoft.com/office/drawing/2014/main" id="{C5837F41-00F5-AA83-5F9E-D378658A20DF}"/>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3">
              <a:extLst>
                <a:ext uri="{FF2B5EF4-FFF2-40B4-BE49-F238E27FC236}">
                  <a16:creationId xmlns:a16="http://schemas.microsoft.com/office/drawing/2014/main" id="{16495B6B-12CD-B9CA-4E06-D638D2F5E321}"/>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4">
              <a:extLst>
                <a:ext uri="{FF2B5EF4-FFF2-40B4-BE49-F238E27FC236}">
                  <a16:creationId xmlns:a16="http://schemas.microsoft.com/office/drawing/2014/main" id="{12226705-4134-7374-EAC5-4088EE97A266}"/>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5">
              <a:extLst>
                <a:ext uri="{FF2B5EF4-FFF2-40B4-BE49-F238E27FC236}">
                  <a16:creationId xmlns:a16="http://schemas.microsoft.com/office/drawing/2014/main" id="{D05A2AC1-9CA2-6E07-BCE4-2916D8670AF2}"/>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0820D1A6-3CC3-09BF-C4B3-1098E6D5CEA0}"/>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7">
              <a:extLst>
                <a:ext uri="{FF2B5EF4-FFF2-40B4-BE49-F238E27FC236}">
                  <a16:creationId xmlns:a16="http://schemas.microsoft.com/office/drawing/2014/main" id="{BB9A4100-0292-9F9F-1F26-4E8DE44C3295}"/>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8">
              <a:extLst>
                <a:ext uri="{FF2B5EF4-FFF2-40B4-BE49-F238E27FC236}">
                  <a16:creationId xmlns:a16="http://schemas.microsoft.com/office/drawing/2014/main" id="{A53E1A93-33D5-7D4F-6C56-DCB0BD7A0909}"/>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9">
              <a:extLst>
                <a:ext uri="{FF2B5EF4-FFF2-40B4-BE49-F238E27FC236}">
                  <a16:creationId xmlns:a16="http://schemas.microsoft.com/office/drawing/2014/main" id="{21716203-D596-9218-0A02-808C5CD2DF9D}"/>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20">
              <a:extLst>
                <a:ext uri="{FF2B5EF4-FFF2-40B4-BE49-F238E27FC236}">
                  <a16:creationId xmlns:a16="http://schemas.microsoft.com/office/drawing/2014/main" id="{9B0C4C94-E046-FD3D-1B45-562847FCCA07}"/>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1">
              <a:extLst>
                <a:ext uri="{FF2B5EF4-FFF2-40B4-BE49-F238E27FC236}">
                  <a16:creationId xmlns:a16="http://schemas.microsoft.com/office/drawing/2014/main" id="{12E5C611-4EB7-3637-A777-7443FE16E69B}"/>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2">
              <a:extLst>
                <a:ext uri="{FF2B5EF4-FFF2-40B4-BE49-F238E27FC236}">
                  <a16:creationId xmlns:a16="http://schemas.microsoft.com/office/drawing/2014/main" id="{03227CD7-3DD6-8A51-AA9F-052E9531AAAB}"/>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3">
              <a:extLst>
                <a:ext uri="{FF2B5EF4-FFF2-40B4-BE49-F238E27FC236}">
                  <a16:creationId xmlns:a16="http://schemas.microsoft.com/office/drawing/2014/main" id="{206D2E7C-0AF8-8F9E-9138-AD9DD298C3E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4">
              <a:extLst>
                <a:ext uri="{FF2B5EF4-FFF2-40B4-BE49-F238E27FC236}">
                  <a16:creationId xmlns:a16="http://schemas.microsoft.com/office/drawing/2014/main" id="{3E6FB753-021D-4C72-34E1-E3600B5811DA}"/>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5">
              <a:extLst>
                <a:ext uri="{FF2B5EF4-FFF2-40B4-BE49-F238E27FC236}">
                  <a16:creationId xmlns:a16="http://schemas.microsoft.com/office/drawing/2014/main" id="{5657E780-6320-973D-83B0-80A3BDF43B9E}"/>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6">
              <a:extLst>
                <a:ext uri="{FF2B5EF4-FFF2-40B4-BE49-F238E27FC236}">
                  <a16:creationId xmlns:a16="http://schemas.microsoft.com/office/drawing/2014/main" id="{0CC85CAE-3768-1BE4-CF78-501CCAAB93EE}"/>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7">
              <a:extLst>
                <a:ext uri="{FF2B5EF4-FFF2-40B4-BE49-F238E27FC236}">
                  <a16:creationId xmlns:a16="http://schemas.microsoft.com/office/drawing/2014/main" id="{79A7FF2D-64B8-CCB5-9FE1-441F78CE918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8">
              <a:extLst>
                <a:ext uri="{FF2B5EF4-FFF2-40B4-BE49-F238E27FC236}">
                  <a16:creationId xmlns:a16="http://schemas.microsoft.com/office/drawing/2014/main" id="{16D17092-BC95-E6D8-34AA-20BCCA433210}"/>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9">
              <a:extLst>
                <a:ext uri="{FF2B5EF4-FFF2-40B4-BE49-F238E27FC236}">
                  <a16:creationId xmlns:a16="http://schemas.microsoft.com/office/drawing/2014/main" id="{EB8E8FCB-714B-96F0-EEAA-0C136B317A3B}"/>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30">
              <a:extLst>
                <a:ext uri="{FF2B5EF4-FFF2-40B4-BE49-F238E27FC236}">
                  <a16:creationId xmlns:a16="http://schemas.microsoft.com/office/drawing/2014/main" id="{AF332966-CB46-D369-C232-32D935586987}"/>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1">
              <a:extLst>
                <a:ext uri="{FF2B5EF4-FFF2-40B4-BE49-F238E27FC236}">
                  <a16:creationId xmlns:a16="http://schemas.microsoft.com/office/drawing/2014/main" id="{69C8ABB9-7D52-3B2F-CDD4-5A928E4633FD}"/>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2">
              <a:extLst>
                <a:ext uri="{FF2B5EF4-FFF2-40B4-BE49-F238E27FC236}">
                  <a16:creationId xmlns:a16="http://schemas.microsoft.com/office/drawing/2014/main" id="{83E2565B-7046-C1DC-A00D-CDD4091E1754}"/>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8">
              <a:extLst>
                <a:ext uri="{FF2B5EF4-FFF2-40B4-BE49-F238E27FC236}">
                  <a16:creationId xmlns:a16="http://schemas.microsoft.com/office/drawing/2014/main" id="{DFA16A3B-0316-D352-1AA7-4F622DDB11EE}"/>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9">
              <a:extLst>
                <a:ext uri="{FF2B5EF4-FFF2-40B4-BE49-F238E27FC236}">
                  <a16:creationId xmlns:a16="http://schemas.microsoft.com/office/drawing/2014/main" id="{8914B9BD-24C8-D5E3-0DB6-7B32A1C51D71}"/>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40">
              <a:extLst>
                <a:ext uri="{FF2B5EF4-FFF2-40B4-BE49-F238E27FC236}">
                  <a16:creationId xmlns:a16="http://schemas.microsoft.com/office/drawing/2014/main" id="{674E5662-EBE4-924E-2F71-3FFFCD3A9513}"/>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41">
              <a:extLst>
                <a:ext uri="{FF2B5EF4-FFF2-40B4-BE49-F238E27FC236}">
                  <a16:creationId xmlns:a16="http://schemas.microsoft.com/office/drawing/2014/main" id="{424D120F-0D19-E513-873B-9E20F7ADBC2F}"/>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42">
              <a:extLst>
                <a:ext uri="{FF2B5EF4-FFF2-40B4-BE49-F238E27FC236}">
                  <a16:creationId xmlns:a16="http://schemas.microsoft.com/office/drawing/2014/main" id="{33898CC5-1721-13DF-6C32-80D852D94D3D}"/>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43">
              <a:extLst>
                <a:ext uri="{FF2B5EF4-FFF2-40B4-BE49-F238E27FC236}">
                  <a16:creationId xmlns:a16="http://schemas.microsoft.com/office/drawing/2014/main" id="{29C894C5-45CD-60D4-AA74-2E536FDE0AE4}"/>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44">
              <a:extLst>
                <a:ext uri="{FF2B5EF4-FFF2-40B4-BE49-F238E27FC236}">
                  <a16:creationId xmlns:a16="http://schemas.microsoft.com/office/drawing/2014/main" id="{E6C58CFC-2F87-3A1D-E704-C7E37CCA76DA}"/>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45">
              <a:extLst>
                <a:ext uri="{FF2B5EF4-FFF2-40B4-BE49-F238E27FC236}">
                  <a16:creationId xmlns:a16="http://schemas.microsoft.com/office/drawing/2014/main" id="{14B3FE42-9A90-5EF1-7F62-921028B769D1}"/>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1" name=".64 square" hidden="1">
            <a:extLst>
              <a:ext uri="{FF2B5EF4-FFF2-40B4-BE49-F238E27FC236}">
                <a16:creationId xmlns:a16="http://schemas.microsoft.com/office/drawing/2014/main" id="{4D1940EA-51A5-326B-45BD-F967E35EFFDD}"/>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42" name=".32 square" hidden="1">
            <a:extLst>
              <a:ext uri="{FF2B5EF4-FFF2-40B4-BE49-F238E27FC236}">
                <a16:creationId xmlns:a16="http://schemas.microsoft.com/office/drawing/2014/main" id="{C8A98452-0D3E-AF51-BE11-58F434A18A2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3"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3562F8F5-01FF-A2E9-1118-C6C7A411A3EA}"/>
              </a:ext>
              <a:ext uri="{C183D7F6-B498-43B3-948B-1728B52AA6E4}">
                <adec:decorative xmlns:adec="http://schemas.microsoft.com/office/drawing/2017/decorative" val="0"/>
              </a:ext>
            </a:extLst>
          </p:cNvPr>
          <p:cNvPicPr>
            <a:picLocks noChangeAspect="1"/>
          </p:cNvPicPr>
          <p:nvPr userDrawn="1"/>
        </p:nvPicPr>
        <p:blipFill rotWithShape="1">
          <a:blip r:embed="rId11"/>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127703461"/>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Lst>
  <p:transition>
    <p:fade/>
  </p:transition>
  <p:hf sldNum="0" hdr="0" ftr="0" dt="0"/>
  <p:txStyles>
    <p:titleStyle>
      <a:lvl1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1pPr>
      <a:lvl2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2pPr>
      <a:lvl3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3pPr>
      <a:lvl4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4pPr>
      <a:lvl5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5pPr>
      <a:lvl6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6pPr>
      <a:lvl7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7pPr>
      <a:lvl8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8pPr>
      <a:lvl9pPr marL="0" marR="0" indent="0" algn="l" defTabSz="914318" rtl="0" eaLnBrk="1" latinLnBrk="0" hangingPunct="1">
        <a:lnSpc>
          <a:spcPct val="90000"/>
        </a:lnSpc>
        <a:spcBef>
          <a:spcPts val="0"/>
        </a:spcBef>
        <a:spcAft>
          <a:spcPts val="0"/>
        </a:spcAft>
        <a:buClrTx/>
        <a:buSzTx/>
        <a:buFontTx/>
        <a:buNone/>
        <a:tabLst/>
        <a:defRPr sz="4375" b="0" i="0" u="none" strike="noStrike" cap="none" spc="0" baseline="0">
          <a:ln>
            <a:noFill/>
          </a:ln>
          <a:solidFill>
            <a:schemeClr val="accent5">
              <a:lumOff val="4705"/>
            </a:schemeClr>
          </a:solidFill>
          <a:uFillTx/>
          <a:latin typeface="Arial"/>
          <a:ea typeface="Arial"/>
          <a:cs typeface="Arial"/>
          <a:sym typeface="Arial"/>
        </a:defRPr>
      </a:lvl9pPr>
    </p:titleStyle>
    <p:bodyStyle>
      <a:lvl1pPr marL="228580" marR="0" indent="-228580"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1pPr>
      <a:lvl2pPr marL="723007" marR="0" indent="-265848"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2pPr>
      <a:lvl3pPr marL="1236134" marR="0" indent="-321816"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3pPr>
      <a:lvl4pPr marL="1725942" marR="0" indent="-354464"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4pPr>
      <a:lvl5pPr marL="2183101" marR="0" indent="-354464"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5pPr>
      <a:lvl6pPr marL="2640261" marR="0" indent="-354464"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6pPr>
      <a:lvl7pPr marL="3097420" marR="0" indent="-354464"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7pPr>
      <a:lvl8pPr marL="3554579" marR="0" indent="-354463"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8pPr>
      <a:lvl9pPr marL="4011738" marR="0" indent="-354463" algn="l" defTabSz="914318" rtl="0" eaLnBrk="1" latinLnBrk="0" hangingPunct="1">
        <a:lnSpc>
          <a:spcPct val="90000"/>
        </a:lnSpc>
        <a:spcBef>
          <a:spcPts val="989"/>
        </a:spcBef>
        <a:spcAft>
          <a:spcPts val="0"/>
        </a:spcAft>
        <a:buClrTx/>
        <a:buSzPct val="100000"/>
        <a:buFont typeface="Arial"/>
        <a:buChar char="•"/>
        <a:tabLst/>
        <a:defRPr sz="2787" b="0" i="0" u="none" strike="noStrike" cap="none" spc="0" baseline="0">
          <a:ln>
            <a:noFill/>
          </a:ln>
          <a:solidFill>
            <a:schemeClr val="accent5">
              <a:lumOff val="4705"/>
            </a:schemeClr>
          </a:solidFill>
          <a:uFillTx/>
          <a:latin typeface="Arial"/>
          <a:ea typeface="Arial"/>
          <a:cs typeface="Arial"/>
          <a:sym typeface="Arial"/>
        </a:defRPr>
      </a:lvl9pPr>
    </p:bodyStyle>
    <p:otherStyle>
      <a:lvl1pPr marL="0" marR="0" indent="0"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1pPr>
      <a:lvl2pPr marL="0" marR="0" indent="457159"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2pPr>
      <a:lvl3pPr marL="0" marR="0" indent="914318"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3pPr>
      <a:lvl4pPr marL="0" marR="0" indent="1371478"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4pPr>
      <a:lvl5pPr marL="0" marR="0" indent="1828637"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5pPr>
      <a:lvl6pPr marL="0" marR="0" indent="2285796"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6pPr>
      <a:lvl7pPr marL="0" marR="0" indent="2742955"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7pPr>
      <a:lvl8pPr marL="0" marR="0" indent="3200115"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8pPr>
      <a:lvl9pPr marL="0" marR="0" indent="3657274" algn="r" defTabSz="914318" rtl="0" eaLnBrk="1" latinLnBrk="0" hangingPunct="1">
        <a:lnSpc>
          <a:spcPct val="100000"/>
        </a:lnSpc>
        <a:spcBef>
          <a:spcPts val="0"/>
        </a:spcBef>
        <a:spcAft>
          <a:spcPts val="0"/>
        </a:spcAft>
        <a:buClrTx/>
        <a:buSzTx/>
        <a:buFontTx/>
        <a:buNone/>
        <a:tabLst/>
        <a:defRPr sz="912" b="0" i="0" u="none" strike="noStrike" cap="none" spc="0" baseline="0">
          <a:ln>
            <a:noFill/>
          </a:ln>
          <a:solidFill>
            <a:schemeClr val="tx1"/>
          </a:solidFill>
          <a:uFillTx/>
          <a:latin typeface="+mn-lt"/>
          <a:ea typeface="+mn-ea"/>
          <a:cs typeface="+mn-cs"/>
          <a:sym typeface="Calibri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hyperlink" Target="mailto:alejandro.lagler@c3ntro.com" TargetMode="External"/><Relationship Id="rId3" Type="http://schemas.openxmlformats.org/officeDocument/2006/relationships/hyperlink" Target="mailto:erika.chavez@balamtalentoestrategico.com" TargetMode="External"/><Relationship Id="rId7" Type="http://schemas.openxmlformats.org/officeDocument/2006/relationships/hyperlink" Target="mailto:implementacionseguridadmwp@centrotelecom.com.mx" TargetMode="External"/><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hyperlink" Target="mailto:jose.guerrero@c3ntro.com" TargetMode="External"/><Relationship Id="rId5" Type="http://schemas.openxmlformats.org/officeDocument/2006/relationships/hyperlink" Target="mailto:it.service@dylo.com" TargetMode="External"/><Relationship Id="rId10" Type="http://schemas.openxmlformats.org/officeDocument/2006/relationships/hyperlink" Target="mailto:cesar.larios@c3ntro.com" TargetMode="External"/><Relationship Id="rId4" Type="http://schemas.openxmlformats.org/officeDocument/2006/relationships/hyperlink" Target="mailto:noe.rocha@balamtalentoestrategico.com" TargetMode="External"/><Relationship Id="rId9" Type="http://schemas.openxmlformats.org/officeDocument/2006/relationships/hyperlink" Target="mailto:miguel.gonzalez@c3ntro.com"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44F36314-75EE-148F-5A7C-1AD804941565}"/>
              </a:ext>
            </a:extLst>
          </p:cNvPr>
          <p:cNvSpPr txBox="1"/>
          <p:nvPr/>
        </p:nvSpPr>
        <p:spPr>
          <a:xfrm>
            <a:off x="545993" y="397303"/>
            <a:ext cx="5469620" cy="1495794"/>
          </a:xfrm>
          <a:prstGeom prst="rect">
            <a:avLst/>
          </a:prstGeom>
        </p:spPr>
        <p:txBody>
          <a:bodyPr wrap="square" lIns="0" tIns="0" rIns="0" bIns="0" rtlCol="0" anchor="ctr">
            <a:spAutoFit/>
          </a:bodyPr>
          <a:lstStyle>
            <a:defPPr>
              <a:defRPr lang="en-US"/>
            </a:defPPr>
            <a:lvl1pPr>
              <a:lnSpc>
                <a:spcPct val="90000"/>
              </a:lnSpc>
              <a:spcBef>
                <a:spcPct val="0"/>
              </a:spcBef>
              <a:defRPr sz="3200" b="1" spc="0">
                <a:ln w="57150">
                  <a:noFill/>
                </a:ln>
                <a:solidFill>
                  <a:schemeClr val="accent1"/>
                </a:solidFill>
                <a:latin typeface="Segoe UI" panose="020B0502040204020203" pitchFamily="34" charset="0"/>
                <a:ea typeface="Montserrat Classic Bold"/>
                <a:cs typeface="Segoe UI" panose="020B0502040204020203" pitchFamily="34" charset="0"/>
              </a:defRPr>
            </a:lvl1pPr>
          </a:lstStyle>
          <a:p>
            <a:pPr algn="ctr"/>
            <a:r>
              <a:rPr lang="es-MX" sz="3600">
                <a:solidFill>
                  <a:schemeClr val="bg1"/>
                </a:solidFill>
                <a:latin typeface="Century Expanded"/>
                <a:cs typeface="Segoe UI"/>
              </a:rPr>
              <a:t>Kickoff – Proyecto de Implementación Microsoft 365 Business Premium</a:t>
            </a:r>
            <a:endParaRPr lang="en-US">
              <a:solidFill>
                <a:schemeClr val="bg1"/>
              </a:solidFill>
            </a:endParaRPr>
          </a:p>
        </p:txBody>
      </p:sp>
      <p:pic>
        <p:nvPicPr>
          <p:cNvPr id="4" name="Imagen 3" descr="DYLO, INC in Mexico joins AON – AerOceaNetwork">
            <a:extLst>
              <a:ext uri="{FF2B5EF4-FFF2-40B4-BE49-F238E27FC236}">
                <a16:creationId xmlns:a16="http://schemas.microsoft.com/office/drawing/2014/main" id="{69886372-DBCB-3903-AF0F-4CA5A96AAA56}"/>
              </a:ext>
            </a:extLst>
          </p:cNvPr>
          <p:cNvPicPr>
            <a:picLocks noChangeAspect="1"/>
          </p:cNvPicPr>
          <p:nvPr/>
        </p:nvPicPr>
        <p:blipFill>
          <a:blip r:embed="rId4"/>
          <a:stretch>
            <a:fillRect/>
          </a:stretch>
        </p:blipFill>
        <p:spPr>
          <a:xfrm>
            <a:off x="1516705" y="3710234"/>
            <a:ext cx="2827372" cy="1213064"/>
          </a:xfrm>
          <a:prstGeom prst="rect">
            <a:avLst/>
          </a:prstGeom>
        </p:spPr>
      </p:pic>
    </p:spTree>
    <p:extLst>
      <p:ext uri="{BB962C8B-B14F-4D97-AF65-F5344CB8AC3E}">
        <p14:creationId xmlns:p14="http://schemas.microsoft.com/office/powerpoint/2010/main" val="143680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25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0E8BF-C4B6-1562-BAED-8595A12413E3}"/>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8C0C5D39-6FF3-8D8B-34EE-96BDFD490544}"/>
              </a:ext>
            </a:extLst>
          </p:cNvPr>
          <p:cNvGrpSpPr/>
          <p:nvPr/>
        </p:nvGrpSpPr>
        <p:grpSpPr>
          <a:xfrm>
            <a:off x="-62820" y="-23367"/>
            <a:ext cx="12254820" cy="941265"/>
            <a:chOff x="1" y="0"/>
            <a:chExt cx="11511844" cy="941265"/>
          </a:xfrm>
        </p:grpSpPr>
        <p:sp>
          <p:nvSpPr>
            <p:cNvPr id="48" name="Rectangle 1">
              <a:extLst>
                <a:ext uri="{FF2B5EF4-FFF2-40B4-BE49-F238E27FC236}">
                  <a16:creationId xmlns:a16="http://schemas.microsoft.com/office/drawing/2014/main" id="{0F007540-18D3-E19B-FC84-97EF4DF4374A}"/>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528165BF-CD27-9D70-557B-541CCF2C6E8A}"/>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B179FA36-BAB7-F087-F1E4-A0D983AD75A9}"/>
              </a:ext>
            </a:extLst>
          </p:cNvPr>
          <p:cNvSpPr/>
          <p:nvPr/>
        </p:nvSpPr>
        <p:spPr>
          <a:xfrm>
            <a:off x="1370534" y="286887"/>
            <a:ext cx="9915797"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lang="es-MX" sz="2800">
                <a:solidFill>
                  <a:srgbClr val="FFFFFF"/>
                </a:solidFill>
                <a:latin typeface="Segoe UI Semilight" panose="020B0402040204020203" pitchFamily="34" charset="0"/>
                <a:ea typeface="Noto Sans SC" pitchFamily="34" charset="-122"/>
                <a:cs typeface="Segoe UI Semilight" panose="020B0402040204020203" pitchFamily="34" charset="0"/>
              </a:rPr>
              <a:t>Agenda de hoy</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6" name="Text 3">
            <a:extLst>
              <a:ext uri="{FF2B5EF4-FFF2-40B4-BE49-F238E27FC236}">
                <a16:creationId xmlns:a16="http://schemas.microsoft.com/office/drawing/2014/main" id="{28731FFF-8548-CE70-5DA7-1DF17B89E9EF}"/>
              </a:ext>
            </a:extLst>
          </p:cNvPr>
          <p:cNvSpPr/>
          <p:nvPr/>
        </p:nvSpPr>
        <p:spPr>
          <a:xfrm>
            <a:off x="1645443" y="1524000"/>
            <a:ext cx="8000000" cy="621792"/>
          </a:xfrm>
          <a:prstGeom prst="rect">
            <a:avLst/>
          </a:prstGeom>
          <a:noFill/>
          <a:ln/>
        </p:spPr>
        <p:txBody>
          <a:bodyPr wrap="square" rtlCol="0" anchor="ctr"/>
          <a:lstStyle/>
          <a:p>
            <a:pPr marL="0" indent="0">
              <a:buNone/>
            </a:pPr>
            <a:r>
              <a:rPr lang="en-US" sz="1500">
                <a:solidFill>
                  <a:srgbClr val="1E2761"/>
                </a:solidFill>
                <a:latin typeface="Arial" pitchFamily="34" charset="0"/>
                <a:ea typeface="Arial" pitchFamily="34" charset="-122"/>
                <a:cs typeface="Arial" pitchFamily="34" charset="-120"/>
              </a:rPr>
              <a:t>Bienvenida y objetivo de la sesión</a:t>
            </a:r>
            <a:endParaRPr lang="en-US" sz="1500"/>
          </a:p>
        </p:txBody>
      </p:sp>
      <p:sp>
        <p:nvSpPr>
          <p:cNvPr id="12" name="Text 6">
            <a:extLst>
              <a:ext uri="{FF2B5EF4-FFF2-40B4-BE49-F238E27FC236}">
                <a16:creationId xmlns:a16="http://schemas.microsoft.com/office/drawing/2014/main" id="{09F7A171-7C4F-C92A-127B-806C19D28AB1}"/>
              </a:ext>
            </a:extLst>
          </p:cNvPr>
          <p:cNvSpPr/>
          <p:nvPr/>
        </p:nvSpPr>
        <p:spPr>
          <a:xfrm>
            <a:off x="1645443" y="2145792"/>
            <a:ext cx="8000000" cy="621792"/>
          </a:xfrm>
          <a:prstGeom prst="rect">
            <a:avLst/>
          </a:prstGeom>
          <a:noFill/>
          <a:ln/>
        </p:spPr>
        <p:txBody>
          <a:bodyPr wrap="square" rtlCol="0" anchor="ctr"/>
          <a:lstStyle/>
          <a:p>
            <a:pPr marL="0" indent="0">
              <a:buNone/>
            </a:pPr>
            <a:r>
              <a:rPr lang="en-US" sz="1500">
                <a:solidFill>
                  <a:srgbClr val="1E2761"/>
                </a:solidFill>
                <a:latin typeface="Arial" pitchFamily="34" charset="0"/>
                <a:ea typeface="Arial" pitchFamily="34" charset="-122"/>
                <a:cs typeface="Arial" pitchFamily="34" charset="-120"/>
              </a:rPr>
              <a:t>Presentación de asistentes y roles</a:t>
            </a:r>
            <a:endParaRPr lang="en-US" sz="1500"/>
          </a:p>
        </p:txBody>
      </p:sp>
      <p:sp>
        <p:nvSpPr>
          <p:cNvPr id="16" name="Text 8">
            <a:extLst>
              <a:ext uri="{FF2B5EF4-FFF2-40B4-BE49-F238E27FC236}">
                <a16:creationId xmlns:a16="http://schemas.microsoft.com/office/drawing/2014/main" id="{C0CEEE82-6EAD-E34C-7780-1C0440CFA366}"/>
              </a:ext>
            </a:extLst>
          </p:cNvPr>
          <p:cNvSpPr/>
          <p:nvPr/>
        </p:nvSpPr>
        <p:spPr>
          <a:xfrm>
            <a:off x="1645443" y="2767584"/>
            <a:ext cx="8000000" cy="621792"/>
          </a:xfrm>
          <a:prstGeom prst="rect">
            <a:avLst/>
          </a:prstGeom>
          <a:noFill/>
          <a:ln/>
        </p:spPr>
        <p:txBody>
          <a:bodyPr wrap="square" rtlCol="0" anchor="ctr"/>
          <a:lstStyle/>
          <a:p>
            <a:pPr marL="0" indent="0">
              <a:buNone/>
            </a:pPr>
            <a:r>
              <a:rPr lang="en-US" sz="1500">
                <a:solidFill>
                  <a:srgbClr val="1E2761"/>
                </a:solidFill>
                <a:latin typeface="Arial" pitchFamily="34" charset="0"/>
                <a:ea typeface="Arial" pitchFamily="34" charset="-122"/>
                <a:cs typeface="Arial" pitchFamily="34" charset="-120"/>
              </a:rPr>
              <a:t>Beneficios  del proyecto</a:t>
            </a:r>
            <a:endParaRPr lang="en-US" sz="1500"/>
          </a:p>
        </p:txBody>
      </p:sp>
      <p:sp>
        <p:nvSpPr>
          <p:cNvPr id="22" name="Text 11">
            <a:extLst>
              <a:ext uri="{FF2B5EF4-FFF2-40B4-BE49-F238E27FC236}">
                <a16:creationId xmlns:a16="http://schemas.microsoft.com/office/drawing/2014/main" id="{FD9C259E-FF46-5F3C-D113-EC9D3DBA6810}"/>
              </a:ext>
            </a:extLst>
          </p:cNvPr>
          <p:cNvSpPr/>
          <p:nvPr/>
        </p:nvSpPr>
        <p:spPr>
          <a:xfrm>
            <a:off x="1645443" y="3389376"/>
            <a:ext cx="8000000" cy="621792"/>
          </a:xfrm>
          <a:prstGeom prst="rect">
            <a:avLst/>
          </a:prstGeom>
          <a:noFill/>
          <a:ln/>
        </p:spPr>
        <p:txBody>
          <a:bodyPr wrap="square" rtlCol="0" anchor="ctr"/>
          <a:lstStyle/>
          <a:p>
            <a:pPr marL="0" indent="0">
              <a:buNone/>
            </a:pPr>
            <a:r>
              <a:rPr lang="en-US" sz="1500">
                <a:solidFill>
                  <a:srgbClr val="1E2761"/>
                </a:solidFill>
                <a:latin typeface="Arial" pitchFamily="34" charset="0"/>
                <a:ea typeface="Arial" pitchFamily="34" charset="-122"/>
                <a:cs typeface="Arial" pitchFamily="34" charset="-120"/>
              </a:rPr>
              <a:t>Recorrido de las 7 fases y el plan de control</a:t>
            </a:r>
            <a:endParaRPr lang="en-US" sz="1500"/>
          </a:p>
        </p:txBody>
      </p:sp>
      <p:sp>
        <p:nvSpPr>
          <p:cNvPr id="32" name="Text 16">
            <a:extLst>
              <a:ext uri="{FF2B5EF4-FFF2-40B4-BE49-F238E27FC236}">
                <a16:creationId xmlns:a16="http://schemas.microsoft.com/office/drawing/2014/main" id="{88F8184A-702B-E72E-8352-46EEF5756381}"/>
              </a:ext>
            </a:extLst>
          </p:cNvPr>
          <p:cNvSpPr/>
          <p:nvPr/>
        </p:nvSpPr>
        <p:spPr>
          <a:xfrm>
            <a:off x="1645443" y="4011168"/>
            <a:ext cx="8000000" cy="621792"/>
          </a:xfrm>
          <a:prstGeom prst="rect">
            <a:avLst/>
          </a:prstGeom>
          <a:noFill/>
          <a:ln/>
        </p:spPr>
        <p:txBody>
          <a:bodyPr wrap="square" rtlCol="0" anchor="ctr"/>
          <a:lstStyle/>
          <a:p>
            <a:pPr marL="0" indent="0">
              <a:buNone/>
            </a:pPr>
            <a:r>
              <a:rPr lang="en-US" sz="1500" dirty="0">
                <a:solidFill>
                  <a:srgbClr val="1E2761"/>
                </a:solidFill>
                <a:latin typeface="Arial" pitchFamily="34" charset="0"/>
                <a:ea typeface="Arial" pitchFamily="34" charset="-122"/>
                <a:cs typeface="Arial" pitchFamily="34" charset="-120"/>
              </a:rPr>
              <a:t>Diagrama de actividades</a:t>
            </a:r>
            <a:endParaRPr lang="en-US" sz="1500" dirty="0"/>
          </a:p>
        </p:txBody>
      </p:sp>
      <p:sp>
        <p:nvSpPr>
          <p:cNvPr id="37" name="Text 18">
            <a:extLst>
              <a:ext uri="{FF2B5EF4-FFF2-40B4-BE49-F238E27FC236}">
                <a16:creationId xmlns:a16="http://schemas.microsoft.com/office/drawing/2014/main" id="{9082F56B-F9A4-8395-6860-5697FB8164EC}"/>
              </a:ext>
            </a:extLst>
          </p:cNvPr>
          <p:cNvSpPr/>
          <p:nvPr/>
        </p:nvSpPr>
        <p:spPr>
          <a:xfrm>
            <a:off x="1645443" y="4632960"/>
            <a:ext cx="8000000" cy="621792"/>
          </a:xfrm>
          <a:prstGeom prst="rect">
            <a:avLst/>
          </a:prstGeom>
          <a:noFill/>
          <a:ln/>
        </p:spPr>
        <p:txBody>
          <a:bodyPr wrap="square" rtlCol="0" anchor="ctr"/>
          <a:lstStyle/>
          <a:p>
            <a:pPr marL="0" indent="0">
              <a:buNone/>
            </a:pPr>
            <a:r>
              <a:rPr lang="en-US" sz="1500">
                <a:solidFill>
                  <a:srgbClr val="1E2761"/>
                </a:solidFill>
                <a:latin typeface="Arial" pitchFamily="34" charset="0"/>
                <a:cs typeface="Arial" pitchFamily="34" charset="-120"/>
              </a:rPr>
              <a:t>Premisas y requerimientos del proyecto </a:t>
            </a:r>
            <a:endParaRPr lang="en-US" sz="1500"/>
          </a:p>
        </p:txBody>
      </p:sp>
      <p:sp>
        <p:nvSpPr>
          <p:cNvPr id="42" name="Text 20">
            <a:extLst>
              <a:ext uri="{FF2B5EF4-FFF2-40B4-BE49-F238E27FC236}">
                <a16:creationId xmlns:a16="http://schemas.microsoft.com/office/drawing/2014/main" id="{3F0A9BED-E078-968C-C0FD-CEB1D1568C7A}"/>
              </a:ext>
            </a:extLst>
          </p:cNvPr>
          <p:cNvSpPr/>
          <p:nvPr/>
        </p:nvSpPr>
        <p:spPr>
          <a:xfrm>
            <a:off x="11289542" y="6519672"/>
            <a:ext cx="415636" cy="274320"/>
          </a:xfrm>
          <a:prstGeom prst="rect">
            <a:avLst/>
          </a:prstGeom>
          <a:noFill/>
          <a:ln/>
        </p:spPr>
        <p:txBody>
          <a:bodyPr wrap="square" rtlCol="0" anchor="ctr"/>
          <a:lstStyle/>
          <a:p>
            <a:pPr marL="0" indent="0" algn="r">
              <a:buNone/>
            </a:pPr>
            <a:r>
              <a:rPr lang="en-US" sz="900">
                <a:solidFill>
                  <a:srgbClr val="9AA5C0"/>
                </a:solidFill>
                <a:latin typeface="Arial" pitchFamily="34" charset="0"/>
                <a:ea typeface="Arial" pitchFamily="34" charset="-122"/>
                <a:cs typeface="Arial" pitchFamily="34" charset="-120"/>
              </a:rPr>
              <a:t>2</a:t>
            </a:r>
            <a:endParaRPr lang="en-US" sz="900"/>
          </a:p>
        </p:txBody>
      </p:sp>
      <p:sp>
        <p:nvSpPr>
          <p:cNvPr id="44" name="Text 18">
            <a:extLst>
              <a:ext uri="{FF2B5EF4-FFF2-40B4-BE49-F238E27FC236}">
                <a16:creationId xmlns:a16="http://schemas.microsoft.com/office/drawing/2014/main" id="{885FF3F5-3321-0608-52D1-5AFD44D27798}"/>
              </a:ext>
            </a:extLst>
          </p:cNvPr>
          <p:cNvSpPr/>
          <p:nvPr/>
        </p:nvSpPr>
        <p:spPr>
          <a:xfrm>
            <a:off x="1645443" y="5254752"/>
            <a:ext cx="8000000" cy="621792"/>
          </a:xfrm>
          <a:prstGeom prst="rect">
            <a:avLst/>
          </a:prstGeom>
          <a:noFill/>
          <a:ln/>
        </p:spPr>
        <p:txBody>
          <a:bodyPr wrap="square" rtlCol="0" anchor="ctr"/>
          <a:lstStyle/>
          <a:p>
            <a:pPr marL="0" indent="0">
              <a:buNone/>
            </a:pPr>
            <a:r>
              <a:rPr lang="en-US" sz="1500">
                <a:solidFill>
                  <a:srgbClr val="1E2761"/>
                </a:solidFill>
                <a:latin typeface="Arial" pitchFamily="34" charset="0"/>
                <a:ea typeface="Arial" pitchFamily="34" charset="-122"/>
                <a:cs typeface="Arial" pitchFamily="34" charset="-120"/>
              </a:rPr>
              <a:t>Acuerdos y próximos pasos</a:t>
            </a:r>
            <a:endParaRPr lang="en-US" sz="1500"/>
          </a:p>
        </p:txBody>
      </p:sp>
      <p:sp>
        <p:nvSpPr>
          <p:cNvPr id="201" name="Badge 1"/>
          <p:cNvSpPr/>
          <p:nvPr/>
        </p:nvSpPr>
        <p:spPr>
          <a:xfrm>
            <a:off x="1024443" y="1606296"/>
            <a:ext cx="457200" cy="457200"/>
          </a:xfrm>
          <a:prstGeom prst="ellipse">
            <a:avLst/>
          </a:prstGeom>
          <a:solidFill>
            <a:srgbClr val="19365A"/>
          </a:solidFill>
          <a:ln>
            <a:noFill/>
          </a:ln>
        </p:spPr>
        <p:txBody>
          <a:bodyPr wrap="square" lIns="0" tIns="0" rIns="0" bIns="0" rtlCol="0" anchor="ctr"/>
          <a:lstStyle/>
          <a:p>
            <a:pPr marL="0" indent="0" algn="ctr">
              <a:buNone/>
            </a:pPr>
            <a:r>
              <a:rPr lang="es-MX" sz="1400" b="1">
                <a:solidFill>
                  <a:srgbClr val="FFFFFF"/>
                </a:solidFill>
                <a:latin typeface="Arial" pitchFamily="34" charset="0"/>
                <a:cs typeface="Arial" pitchFamily="34" charset="0"/>
              </a:rPr>
              <a:t>1</a:t>
            </a:r>
          </a:p>
        </p:txBody>
      </p:sp>
      <p:sp>
        <p:nvSpPr>
          <p:cNvPr id="202" name="Badge 2"/>
          <p:cNvSpPr/>
          <p:nvPr/>
        </p:nvSpPr>
        <p:spPr>
          <a:xfrm>
            <a:off x="1024443" y="2228088"/>
            <a:ext cx="457200" cy="457200"/>
          </a:xfrm>
          <a:prstGeom prst="ellipse">
            <a:avLst/>
          </a:prstGeom>
          <a:solidFill>
            <a:srgbClr val="19365A"/>
          </a:solidFill>
          <a:ln>
            <a:noFill/>
          </a:ln>
        </p:spPr>
        <p:txBody>
          <a:bodyPr wrap="square" lIns="0" tIns="0" rIns="0" bIns="0" rtlCol="0" anchor="ctr"/>
          <a:lstStyle/>
          <a:p>
            <a:pPr marL="0" indent="0" algn="ctr">
              <a:buNone/>
            </a:pPr>
            <a:r>
              <a:rPr lang="es-MX" sz="1400" b="1">
                <a:solidFill>
                  <a:srgbClr val="FFFFFF"/>
                </a:solidFill>
                <a:latin typeface="Arial" pitchFamily="34" charset="0"/>
                <a:cs typeface="Arial" pitchFamily="34" charset="0"/>
              </a:rPr>
              <a:t>2</a:t>
            </a:r>
          </a:p>
        </p:txBody>
      </p:sp>
      <p:sp>
        <p:nvSpPr>
          <p:cNvPr id="203" name="Badge 3"/>
          <p:cNvSpPr/>
          <p:nvPr/>
        </p:nvSpPr>
        <p:spPr>
          <a:xfrm>
            <a:off x="1024443" y="2849880"/>
            <a:ext cx="457200" cy="457200"/>
          </a:xfrm>
          <a:prstGeom prst="ellipse">
            <a:avLst/>
          </a:prstGeom>
          <a:solidFill>
            <a:srgbClr val="19365A"/>
          </a:solidFill>
          <a:ln>
            <a:noFill/>
          </a:ln>
        </p:spPr>
        <p:txBody>
          <a:bodyPr wrap="square" lIns="0" tIns="0" rIns="0" bIns="0" rtlCol="0" anchor="ctr"/>
          <a:lstStyle/>
          <a:p>
            <a:pPr marL="0" indent="0" algn="ctr">
              <a:buNone/>
            </a:pPr>
            <a:r>
              <a:rPr lang="es-MX" sz="1400" b="1">
                <a:solidFill>
                  <a:srgbClr val="FFFFFF"/>
                </a:solidFill>
                <a:latin typeface="Arial" pitchFamily="34" charset="0"/>
                <a:cs typeface="Arial" pitchFamily="34" charset="0"/>
              </a:rPr>
              <a:t>3</a:t>
            </a:r>
          </a:p>
        </p:txBody>
      </p:sp>
      <p:sp>
        <p:nvSpPr>
          <p:cNvPr id="204" name="Badge 4"/>
          <p:cNvSpPr/>
          <p:nvPr/>
        </p:nvSpPr>
        <p:spPr>
          <a:xfrm>
            <a:off x="1024443" y="3471672"/>
            <a:ext cx="457200" cy="457200"/>
          </a:xfrm>
          <a:prstGeom prst="ellipse">
            <a:avLst/>
          </a:prstGeom>
          <a:solidFill>
            <a:srgbClr val="19365A"/>
          </a:solidFill>
          <a:ln>
            <a:noFill/>
          </a:ln>
        </p:spPr>
        <p:txBody>
          <a:bodyPr wrap="square" lIns="0" tIns="0" rIns="0" bIns="0" rtlCol="0" anchor="ctr"/>
          <a:lstStyle/>
          <a:p>
            <a:pPr marL="0" indent="0" algn="ctr">
              <a:buNone/>
            </a:pPr>
            <a:r>
              <a:rPr lang="es-MX" sz="1400" b="1">
                <a:solidFill>
                  <a:srgbClr val="FFFFFF"/>
                </a:solidFill>
                <a:latin typeface="Arial" pitchFamily="34" charset="0"/>
                <a:cs typeface="Arial" pitchFamily="34" charset="0"/>
              </a:rPr>
              <a:t>4</a:t>
            </a:r>
          </a:p>
        </p:txBody>
      </p:sp>
      <p:sp>
        <p:nvSpPr>
          <p:cNvPr id="205" name="Badge 5"/>
          <p:cNvSpPr/>
          <p:nvPr/>
        </p:nvSpPr>
        <p:spPr>
          <a:xfrm>
            <a:off x="1024443" y="4093464"/>
            <a:ext cx="457200" cy="457200"/>
          </a:xfrm>
          <a:prstGeom prst="ellipse">
            <a:avLst/>
          </a:prstGeom>
          <a:solidFill>
            <a:srgbClr val="19365A"/>
          </a:solidFill>
          <a:ln>
            <a:noFill/>
          </a:ln>
        </p:spPr>
        <p:txBody>
          <a:bodyPr wrap="square" lIns="0" tIns="0" rIns="0" bIns="0" rtlCol="0" anchor="ctr"/>
          <a:lstStyle/>
          <a:p>
            <a:pPr marL="0" indent="0" algn="ctr">
              <a:buNone/>
            </a:pPr>
            <a:r>
              <a:rPr lang="es-MX" sz="1400" b="1">
                <a:solidFill>
                  <a:srgbClr val="FFFFFF"/>
                </a:solidFill>
                <a:latin typeface="Arial" pitchFamily="34" charset="0"/>
                <a:cs typeface="Arial" pitchFamily="34" charset="0"/>
              </a:rPr>
              <a:t>5</a:t>
            </a:r>
          </a:p>
        </p:txBody>
      </p:sp>
      <p:sp>
        <p:nvSpPr>
          <p:cNvPr id="206" name="Badge 6"/>
          <p:cNvSpPr/>
          <p:nvPr/>
        </p:nvSpPr>
        <p:spPr>
          <a:xfrm>
            <a:off x="1024443" y="4715256"/>
            <a:ext cx="457200" cy="457200"/>
          </a:xfrm>
          <a:prstGeom prst="ellipse">
            <a:avLst/>
          </a:prstGeom>
          <a:solidFill>
            <a:srgbClr val="19365A"/>
          </a:solidFill>
          <a:ln>
            <a:noFill/>
          </a:ln>
        </p:spPr>
        <p:txBody>
          <a:bodyPr wrap="square" lIns="0" tIns="0" rIns="0" bIns="0" rtlCol="0" anchor="ctr"/>
          <a:lstStyle/>
          <a:p>
            <a:pPr marL="0" indent="0" algn="ctr">
              <a:buNone/>
            </a:pPr>
            <a:r>
              <a:rPr lang="es-MX" sz="1400" b="1">
                <a:solidFill>
                  <a:srgbClr val="FFFFFF"/>
                </a:solidFill>
                <a:latin typeface="Arial" pitchFamily="34" charset="0"/>
                <a:cs typeface="Arial" pitchFamily="34" charset="0"/>
              </a:rPr>
              <a:t>6</a:t>
            </a:r>
          </a:p>
        </p:txBody>
      </p:sp>
      <p:sp>
        <p:nvSpPr>
          <p:cNvPr id="207" name="Badge 7"/>
          <p:cNvSpPr/>
          <p:nvPr/>
        </p:nvSpPr>
        <p:spPr>
          <a:xfrm>
            <a:off x="1024443" y="5337048"/>
            <a:ext cx="457200" cy="457200"/>
          </a:xfrm>
          <a:prstGeom prst="ellipse">
            <a:avLst/>
          </a:prstGeom>
          <a:solidFill>
            <a:srgbClr val="19365A"/>
          </a:solidFill>
          <a:ln>
            <a:noFill/>
          </a:ln>
        </p:spPr>
        <p:txBody>
          <a:bodyPr wrap="square" lIns="0" tIns="0" rIns="0" bIns="0" rtlCol="0" anchor="ctr"/>
          <a:lstStyle/>
          <a:p>
            <a:pPr marL="0" indent="0" algn="ctr">
              <a:buNone/>
            </a:pPr>
            <a:r>
              <a:rPr lang="es-MX" sz="1400" b="1">
                <a:solidFill>
                  <a:srgbClr val="FFFFFF"/>
                </a:solidFill>
                <a:latin typeface="Arial" pitchFamily="34" charset="0"/>
                <a:cs typeface="Arial" pitchFamily="34" charset="0"/>
              </a:rPr>
              <a:t>7</a:t>
            </a:r>
          </a:p>
        </p:txBody>
      </p:sp>
    </p:spTree>
    <p:extLst>
      <p:ext uri="{BB962C8B-B14F-4D97-AF65-F5344CB8AC3E}">
        <p14:creationId xmlns:p14="http://schemas.microsoft.com/office/powerpoint/2010/main" val="21244131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86D7C-728A-6F7B-233A-7A60501751FC}"/>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EEEB0F94-66DB-E723-5744-8D6F57AF1868}"/>
              </a:ext>
            </a:extLst>
          </p:cNvPr>
          <p:cNvGrpSpPr/>
          <p:nvPr/>
        </p:nvGrpSpPr>
        <p:grpSpPr>
          <a:xfrm>
            <a:off x="-48861" y="-23367"/>
            <a:ext cx="12240861" cy="941265"/>
            <a:chOff x="1" y="0"/>
            <a:chExt cx="11511844" cy="941265"/>
          </a:xfrm>
        </p:grpSpPr>
        <p:sp>
          <p:nvSpPr>
            <p:cNvPr id="48" name="Rectangle 1">
              <a:extLst>
                <a:ext uri="{FF2B5EF4-FFF2-40B4-BE49-F238E27FC236}">
                  <a16:creationId xmlns:a16="http://schemas.microsoft.com/office/drawing/2014/main" id="{D2B8A591-3CA4-CA6E-35DF-99E4AF84A981}"/>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C33F4D1D-43A0-6CD4-5EEF-BFF83260A41A}"/>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16EBACBF-3276-0672-76BE-9142CC2964DA}"/>
              </a:ext>
            </a:extLst>
          </p:cNvPr>
          <p:cNvSpPr/>
          <p:nvPr/>
        </p:nvSpPr>
        <p:spPr>
          <a:xfrm>
            <a:off x="944544" y="286887"/>
            <a:ext cx="10907377"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s-MX" sz="2800" b="0" i="0" u="none" strike="noStrike" kern="1200" cap="none" spc="0" normalizeH="0" baseline="0" noProof="0">
                <a:ln>
                  <a:noFill/>
                </a:ln>
                <a:solidFill>
                  <a:srgbClr val="FFFFFF"/>
                </a:solidFill>
                <a:effectLst/>
                <a:uLnTx/>
                <a:uFillTx/>
                <a:latin typeface="Segoe UI Semilight" panose="020B0402040204020203" pitchFamily="34" charset="0"/>
                <a:ea typeface="Noto Sans SC" pitchFamily="34" charset="-122"/>
                <a:cs typeface="Segoe UI Semilight" panose="020B0402040204020203" pitchFamily="34" charset="0"/>
              </a:rPr>
              <a:t>Objetivo del Proyecto</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graphicFrame>
        <p:nvGraphicFramePr>
          <p:cNvPr id="36" name="Diagrama 35">
            <a:extLst>
              <a:ext uri="{FF2B5EF4-FFF2-40B4-BE49-F238E27FC236}">
                <a16:creationId xmlns:a16="http://schemas.microsoft.com/office/drawing/2014/main" id="{96C58F3B-CFD8-424C-922E-F491F98DBABD}"/>
              </a:ext>
            </a:extLst>
          </p:cNvPr>
          <p:cNvGraphicFramePr/>
          <p:nvPr/>
        </p:nvGraphicFramePr>
        <p:xfrm>
          <a:off x="557112" y="1091710"/>
          <a:ext cx="647641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9" name="Imagen 38">
            <a:extLst>
              <a:ext uri="{FF2B5EF4-FFF2-40B4-BE49-F238E27FC236}">
                <a16:creationId xmlns:a16="http://schemas.microsoft.com/office/drawing/2014/main" id="{4370CF7B-2770-6098-4B20-36594EB110A0}"/>
              </a:ext>
            </a:extLst>
          </p:cNvPr>
          <p:cNvPicPr>
            <a:picLocks noChangeAspect="1"/>
          </p:cNvPicPr>
          <p:nvPr/>
        </p:nvPicPr>
        <p:blipFill>
          <a:blip r:embed="rId8"/>
          <a:stretch>
            <a:fillRect/>
          </a:stretch>
        </p:blipFill>
        <p:spPr>
          <a:xfrm>
            <a:off x="7232127" y="1639633"/>
            <a:ext cx="3939055" cy="39390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41914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6C61-D290-0C8C-1717-04667F315357}"/>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196B3464-265E-9079-C441-A8C455ACA6D4}"/>
              </a:ext>
            </a:extLst>
          </p:cNvPr>
          <p:cNvGrpSpPr/>
          <p:nvPr/>
        </p:nvGrpSpPr>
        <p:grpSpPr>
          <a:xfrm>
            <a:off x="-76782" y="-23367"/>
            <a:ext cx="12268782" cy="941265"/>
            <a:chOff x="1" y="0"/>
            <a:chExt cx="11511844" cy="941265"/>
          </a:xfrm>
        </p:grpSpPr>
        <p:sp>
          <p:nvSpPr>
            <p:cNvPr id="48" name="Rectangle 1">
              <a:extLst>
                <a:ext uri="{FF2B5EF4-FFF2-40B4-BE49-F238E27FC236}">
                  <a16:creationId xmlns:a16="http://schemas.microsoft.com/office/drawing/2014/main" id="{4BBD5DE3-B9CC-97CC-1BAB-0641B2984B1D}"/>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FED334F7-6EDF-72BD-EFB9-C97E991AF675}"/>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4488A505-F772-A10F-6A52-C29AAA76B46A}"/>
              </a:ext>
            </a:extLst>
          </p:cNvPr>
          <p:cNvSpPr/>
          <p:nvPr/>
        </p:nvSpPr>
        <p:spPr>
          <a:xfrm>
            <a:off x="944544" y="286887"/>
            <a:ext cx="10907377"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lang="es-MX" sz="2800">
                <a:solidFill>
                  <a:srgbClr val="FFFFFF"/>
                </a:solidFill>
                <a:latin typeface="Segoe UI Semilight" panose="020B0402040204020203" pitchFamily="34" charset="0"/>
                <a:ea typeface="Noto Sans SC" pitchFamily="34" charset="-122"/>
                <a:cs typeface="Segoe UI Semilight" panose="020B0402040204020203" pitchFamily="34" charset="0"/>
              </a:rPr>
              <a:t>Presentación de asistentes y roles</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graphicFrame>
        <p:nvGraphicFramePr>
          <p:cNvPr id="2" name="Tabla 1">
            <a:extLst>
              <a:ext uri="{FF2B5EF4-FFF2-40B4-BE49-F238E27FC236}">
                <a16:creationId xmlns:a16="http://schemas.microsoft.com/office/drawing/2014/main" id="{82F25C1C-ED12-F66D-B079-26627ACF8261}"/>
              </a:ext>
            </a:extLst>
          </p:cNvPr>
          <p:cNvGraphicFramePr>
            <a:graphicFrameLocks noGrp="1"/>
          </p:cNvGraphicFramePr>
          <p:nvPr>
            <p:extLst>
              <p:ext uri="{D42A27DB-BD31-4B8C-83A1-F6EECF244321}">
                <p14:modId xmlns:p14="http://schemas.microsoft.com/office/powerpoint/2010/main" val="3294516579"/>
              </p:ext>
            </p:extLst>
          </p:nvPr>
        </p:nvGraphicFramePr>
        <p:xfrm>
          <a:off x="944544" y="1341419"/>
          <a:ext cx="9316265" cy="3702248"/>
        </p:xfrm>
        <a:graphic>
          <a:graphicData uri="http://schemas.openxmlformats.org/drawingml/2006/table">
            <a:tbl>
              <a:tblPr firstRow="1" firstCol="1" bandRow="1">
                <a:tableStyleId>{8799B23B-EC83-4686-B30A-512413B5E67A}</a:tableStyleId>
              </a:tblPr>
              <a:tblGrid>
                <a:gridCol w="2076384">
                  <a:extLst>
                    <a:ext uri="{9D8B030D-6E8A-4147-A177-3AD203B41FA5}">
                      <a16:colId xmlns:a16="http://schemas.microsoft.com/office/drawing/2014/main" val="4284935140"/>
                    </a:ext>
                  </a:extLst>
                </a:gridCol>
                <a:gridCol w="1887956">
                  <a:extLst>
                    <a:ext uri="{9D8B030D-6E8A-4147-A177-3AD203B41FA5}">
                      <a16:colId xmlns:a16="http://schemas.microsoft.com/office/drawing/2014/main" val="1428404081"/>
                    </a:ext>
                  </a:extLst>
                </a:gridCol>
                <a:gridCol w="1485041">
                  <a:extLst>
                    <a:ext uri="{9D8B030D-6E8A-4147-A177-3AD203B41FA5}">
                      <a16:colId xmlns:a16="http://schemas.microsoft.com/office/drawing/2014/main" val="1972750076"/>
                    </a:ext>
                  </a:extLst>
                </a:gridCol>
                <a:gridCol w="3866884">
                  <a:extLst>
                    <a:ext uri="{9D8B030D-6E8A-4147-A177-3AD203B41FA5}">
                      <a16:colId xmlns:a16="http://schemas.microsoft.com/office/drawing/2014/main" val="228887305"/>
                    </a:ext>
                  </a:extLst>
                </a:gridCol>
              </a:tblGrid>
              <a:tr h="107692">
                <a:tc>
                  <a:txBody>
                    <a:bodyPr/>
                    <a:lstStyle/>
                    <a:p>
                      <a:pPr algn="l">
                        <a:buNone/>
                      </a:pPr>
                      <a:r>
                        <a:rPr lang="es-ES_tradnl" sz="1200" b="0">
                          <a:solidFill>
                            <a:schemeClr val="bg1"/>
                          </a:solidFill>
                          <a:effectLst/>
                          <a:latin typeface="+mn-lt"/>
                        </a:rPr>
                        <a:t>Rol / Puesto</a:t>
                      </a:r>
                      <a:endParaRPr lang="es-MX" sz="1200" b="0">
                        <a:solidFill>
                          <a:schemeClr val="bg1"/>
                        </a:solidFill>
                        <a:effectLst/>
                        <a:latin typeface="+mn-lt"/>
                        <a:ea typeface="Calibri" panose="020F0502020204030204" pitchFamily="34" charset="0"/>
                      </a:endParaRPr>
                    </a:p>
                  </a:txBody>
                  <a:tcPr marL="36657" marR="36657" marT="0" marB="0">
                    <a:solidFill>
                      <a:schemeClr val="accent3"/>
                    </a:solidFill>
                  </a:tcPr>
                </a:tc>
                <a:tc>
                  <a:txBody>
                    <a:bodyPr/>
                    <a:lstStyle/>
                    <a:p>
                      <a:pPr algn="l">
                        <a:buNone/>
                      </a:pPr>
                      <a:r>
                        <a:rPr lang="es-ES_tradnl" sz="1200" b="0">
                          <a:solidFill>
                            <a:schemeClr val="bg1"/>
                          </a:solidFill>
                          <a:effectLst/>
                          <a:latin typeface="+mn-lt"/>
                        </a:rPr>
                        <a:t>Nombre</a:t>
                      </a:r>
                      <a:endParaRPr lang="es-MX" sz="1200" b="0">
                        <a:solidFill>
                          <a:schemeClr val="bg1"/>
                        </a:solidFill>
                        <a:effectLst/>
                        <a:latin typeface="+mn-lt"/>
                        <a:ea typeface="Calibri" panose="020F0502020204030204" pitchFamily="34" charset="0"/>
                      </a:endParaRPr>
                    </a:p>
                  </a:txBody>
                  <a:tcPr marL="36657" marR="36657" marT="0" marB="0">
                    <a:solidFill>
                      <a:schemeClr val="accent3"/>
                    </a:solidFill>
                  </a:tcPr>
                </a:tc>
                <a:tc>
                  <a:txBody>
                    <a:bodyPr/>
                    <a:lstStyle/>
                    <a:p>
                      <a:pPr algn="l">
                        <a:buNone/>
                      </a:pPr>
                      <a:r>
                        <a:rPr lang="es-ES_tradnl" sz="1200" b="0">
                          <a:solidFill>
                            <a:schemeClr val="bg1"/>
                          </a:solidFill>
                          <a:effectLst/>
                          <a:latin typeface="+mn-lt"/>
                        </a:rPr>
                        <a:t>Empresa</a:t>
                      </a:r>
                      <a:endParaRPr lang="es-MX" sz="1200" b="0">
                        <a:solidFill>
                          <a:schemeClr val="bg1"/>
                        </a:solidFill>
                        <a:effectLst/>
                        <a:latin typeface="+mn-lt"/>
                        <a:ea typeface="Calibri" panose="020F0502020204030204" pitchFamily="34" charset="0"/>
                      </a:endParaRPr>
                    </a:p>
                  </a:txBody>
                  <a:tcPr marL="36657" marR="36657" marT="0" marB="0">
                    <a:solidFill>
                      <a:schemeClr val="accent3"/>
                    </a:solidFill>
                  </a:tcPr>
                </a:tc>
                <a:tc>
                  <a:txBody>
                    <a:bodyPr/>
                    <a:lstStyle/>
                    <a:p>
                      <a:pPr algn="l">
                        <a:buNone/>
                      </a:pPr>
                      <a:r>
                        <a:rPr lang="es-ES_tradnl" sz="1200" b="0" dirty="0">
                          <a:solidFill>
                            <a:schemeClr val="bg1"/>
                          </a:solidFill>
                          <a:effectLst/>
                          <a:latin typeface="+mn-lt"/>
                        </a:rPr>
                        <a:t>Correo electrónico</a:t>
                      </a:r>
                      <a:endParaRPr lang="es-MX" sz="1200" b="0" dirty="0">
                        <a:solidFill>
                          <a:schemeClr val="bg1"/>
                        </a:solidFill>
                        <a:effectLst/>
                        <a:latin typeface="+mn-lt"/>
                        <a:ea typeface="Calibri" panose="020F0502020204030204" pitchFamily="34" charset="0"/>
                      </a:endParaRPr>
                    </a:p>
                  </a:txBody>
                  <a:tcPr marL="36657" marR="36657" marT="0" marB="0">
                    <a:solidFill>
                      <a:schemeClr val="accent3"/>
                    </a:solidFill>
                  </a:tcPr>
                </a:tc>
                <a:extLst>
                  <a:ext uri="{0D108BD9-81ED-4DB2-BD59-A6C34878D82A}">
                    <a16:rowId xmlns:a16="http://schemas.microsoft.com/office/drawing/2014/main" val="4126471813"/>
                  </a:ext>
                </a:extLst>
              </a:tr>
              <a:tr h="107692">
                <a:tc>
                  <a:txBody>
                    <a:bodyPr/>
                    <a:lstStyle/>
                    <a:p>
                      <a:pPr algn="l">
                        <a:buNone/>
                      </a:pPr>
                      <a:r>
                        <a:rPr lang="es-ES_tradnl" sz="1200" b="0">
                          <a:solidFill>
                            <a:schemeClr val="tx1"/>
                          </a:solidFill>
                          <a:effectLst/>
                          <a:latin typeface="+mn-lt"/>
                        </a:rPr>
                        <a:t>PM - Líder de Proyecto</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MX" sz="1200" b="0" err="1">
                          <a:solidFill>
                            <a:schemeClr val="tx1"/>
                          </a:solidFill>
                          <a:effectLst/>
                          <a:latin typeface="+mn-lt"/>
                          <a:ea typeface="Calibri" panose="020F0502020204030204" pitchFamily="34" charset="0"/>
                        </a:rPr>
                        <a:t>Ing.Erika</a:t>
                      </a:r>
                      <a:r>
                        <a:rPr lang="es-MX" sz="1200" b="0">
                          <a:solidFill>
                            <a:schemeClr val="tx1"/>
                          </a:solidFill>
                          <a:effectLst/>
                          <a:latin typeface="+mn-lt"/>
                          <a:ea typeface="Calibri" panose="020F0502020204030204" pitchFamily="34" charset="0"/>
                        </a:rPr>
                        <a:t> Chávez</a:t>
                      </a:r>
                    </a:p>
                  </a:txBody>
                  <a:tcPr marL="36657" marR="36657" marT="0" marB="0">
                    <a:noFill/>
                  </a:tcPr>
                </a:tc>
                <a:tc>
                  <a:txBody>
                    <a:bodyPr/>
                    <a:lstStyle/>
                    <a:p>
                      <a:pPr algn="l">
                        <a:buNone/>
                      </a:pPr>
                      <a:r>
                        <a:rPr lang="es-MX" sz="1200" b="0">
                          <a:solidFill>
                            <a:schemeClr val="tx1"/>
                          </a:solidFill>
                          <a:effectLst/>
                          <a:latin typeface="+mn-lt"/>
                          <a:ea typeface="Calibri" panose="020F0502020204030204" pitchFamily="34" charset="0"/>
                        </a:rPr>
                        <a:t>DYLO</a:t>
                      </a:r>
                    </a:p>
                  </a:txBody>
                  <a:tcPr marL="36657" marR="36657" marT="0" marB="0">
                    <a:noFill/>
                  </a:tcPr>
                </a:tc>
                <a:tc>
                  <a:txBody>
                    <a:bodyPr/>
                    <a:lstStyle/>
                    <a:p>
                      <a:pPr algn="l">
                        <a:buNone/>
                      </a:pPr>
                      <a:r>
                        <a:rPr lang="da-DK" sz="1200" b="0">
                          <a:solidFill>
                            <a:schemeClr val="bg1">
                              <a:lumMod val="50000"/>
                            </a:schemeClr>
                          </a:solidFill>
                          <a:effectLst/>
                          <a:latin typeface="+mn-lt"/>
                          <a:ea typeface="Calibri" panose="020F0502020204030204" pitchFamily="34" charset="0"/>
                          <a:hlinkClick r:id="rId3"/>
                        </a:rPr>
                        <a:t>erika.chavez@balamtalentoestrategico.com</a:t>
                      </a:r>
                      <a:r>
                        <a:rPr lang="da-DK" sz="1200" b="0">
                          <a:solidFill>
                            <a:schemeClr val="bg1">
                              <a:lumMod val="50000"/>
                            </a:schemeClr>
                          </a:solidFill>
                          <a:effectLst/>
                          <a:latin typeface="+mn-lt"/>
                          <a:ea typeface="Calibri" panose="020F0502020204030204" pitchFamily="34" charset="0"/>
                        </a:rPr>
                        <a:t> </a:t>
                      </a: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639502585"/>
                  </a:ext>
                </a:extLst>
              </a:tr>
              <a:tr h="138151">
                <a:tc>
                  <a:txBody>
                    <a:bodyPr/>
                    <a:lstStyle/>
                    <a:p>
                      <a:pPr algn="l">
                        <a:buNone/>
                      </a:pPr>
                      <a:r>
                        <a:rPr lang="es-ES_tradnl" sz="1200" b="0">
                          <a:solidFill>
                            <a:schemeClr val="tx1"/>
                          </a:solidFill>
                          <a:effectLst/>
                          <a:latin typeface="+mn-lt"/>
                        </a:rPr>
                        <a:t>PM - Líder de Proyecto</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MX" sz="1200" b="0">
                          <a:solidFill>
                            <a:schemeClr val="tx1"/>
                          </a:solidFill>
                          <a:effectLst/>
                          <a:latin typeface="+mn-lt"/>
                          <a:ea typeface="Calibri" panose="020F0502020204030204" pitchFamily="34" charset="0"/>
                        </a:rPr>
                        <a:t>Ing.</a:t>
                      </a:r>
                      <a:r>
                        <a:rPr lang="es-ES_tradnl" sz="1200" b="0">
                          <a:solidFill>
                            <a:schemeClr val="tx1"/>
                          </a:solidFill>
                          <a:effectLst/>
                          <a:latin typeface="+mn-lt"/>
                        </a:rPr>
                        <a:t>Noe Rocha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DYLO</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bg1">
                              <a:lumMod val="50000"/>
                            </a:schemeClr>
                          </a:solidFill>
                          <a:effectLst/>
                          <a:latin typeface="+mn-lt"/>
                          <a:hlinkClick r:id="rId4"/>
                        </a:rPr>
                        <a:t>noe.rocha@balamtalentoestrategico.com</a:t>
                      </a:r>
                      <a:r>
                        <a:rPr lang="es-ES_tradnl" sz="1200" b="0">
                          <a:solidFill>
                            <a:schemeClr val="bg1">
                              <a:lumMod val="50000"/>
                            </a:schemeClr>
                          </a:solidFill>
                          <a:effectLst/>
                          <a:latin typeface="+mn-lt"/>
                        </a:rPr>
                        <a:t> </a:t>
                      </a: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1986499951"/>
                  </a:ext>
                </a:extLst>
              </a:tr>
              <a:tr h="138151">
                <a:tc>
                  <a:txBody>
                    <a:bodyPr/>
                    <a:lstStyle/>
                    <a:p>
                      <a:pPr algn="l">
                        <a:buNone/>
                      </a:pPr>
                      <a:r>
                        <a:rPr lang="es-ES_tradnl" sz="1200" b="0">
                          <a:solidFill>
                            <a:schemeClr val="tx1"/>
                          </a:solidFill>
                          <a:effectLst/>
                          <a:latin typeface="+mn-lt"/>
                        </a:rPr>
                        <a:t>Sponsor / Patrocinador</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err="1">
                          <a:solidFill>
                            <a:schemeClr val="tx1"/>
                          </a:solidFill>
                          <a:effectLst/>
                          <a:latin typeface="+mn-lt"/>
                        </a:rPr>
                        <a:t>Ing.Marcos</a:t>
                      </a:r>
                      <a:r>
                        <a:rPr lang="es-ES_tradnl" sz="1200" b="0">
                          <a:solidFill>
                            <a:schemeClr val="tx1"/>
                          </a:solidFill>
                          <a:effectLst/>
                          <a:latin typeface="+mn-lt"/>
                        </a:rPr>
                        <a:t> </a:t>
                      </a:r>
                      <a:r>
                        <a:rPr lang="es-ES_tradnl" sz="1200" b="0" err="1">
                          <a:solidFill>
                            <a:schemeClr val="tx1"/>
                          </a:solidFill>
                          <a:effectLst/>
                          <a:latin typeface="+mn-lt"/>
                        </a:rPr>
                        <a:t>Rampazo</a:t>
                      </a:r>
                      <a:r>
                        <a:rPr lang="es-ES_tradnl" sz="1200" b="0">
                          <a:solidFill>
                            <a:schemeClr val="tx1"/>
                          </a:solidFill>
                          <a:effectLst/>
                          <a:latin typeface="+mn-lt"/>
                        </a:rPr>
                        <a:t>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DYLO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pt-BR" sz="1200" b="0">
                          <a:solidFill>
                            <a:schemeClr val="bg1">
                              <a:lumMod val="50000"/>
                            </a:schemeClr>
                          </a:solidFill>
                          <a:effectLst/>
                          <a:latin typeface="+mn-lt"/>
                          <a:hlinkClick r:id="rId5"/>
                        </a:rPr>
                        <a:t>it.service@dylo.com</a:t>
                      </a:r>
                      <a:r>
                        <a:rPr lang="pt-BR" sz="1200" b="0">
                          <a:solidFill>
                            <a:schemeClr val="bg1">
                              <a:lumMod val="50000"/>
                            </a:schemeClr>
                          </a:solidFill>
                          <a:effectLst/>
                          <a:latin typeface="+mn-lt"/>
                        </a:rPr>
                        <a:t> </a:t>
                      </a: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1667350196"/>
                  </a:ext>
                </a:extLst>
              </a:tr>
              <a:tr h="215384">
                <a:tc>
                  <a:txBody>
                    <a:bodyPr/>
                    <a:lstStyle/>
                    <a:p>
                      <a:pPr algn="l">
                        <a:buNone/>
                      </a:pPr>
                      <a:r>
                        <a:rPr lang="es-ES_tradnl" sz="1200" b="0">
                          <a:solidFill>
                            <a:schemeClr val="tx1"/>
                          </a:solidFill>
                          <a:effectLst/>
                          <a:latin typeface="+mn-lt"/>
                        </a:rPr>
                        <a:t>Contacto TI - </a:t>
                      </a:r>
                      <a:r>
                        <a:rPr lang="es-ES_tradnl" sz="1200" b="0" err="1">
                          <a:solidFill>
                            <a:schemeClr val="tx1"/>
                          </a:solidFill>
                          <a:effectLst/>
                          <a:latin typeface="+mn-lt"/>
                        </a:rPr>
                        <a:t>Dylo</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3827722457"/>
                  </a:ext>
                </a:extLst>
              </a:tr>
              <a:tr h="215384">
                <a:tc>
                  <a:txBody>
                    <a:bodyPr/>
                    <a:lstStyle/>
                    <a:p>
                      <a:pPr algn="l">
                        <a:buNone/>
                      </a:pPr>
                      <a:r>
                        <a:rPr lang="es-ES_tradnl" sz="1200" b="0">
                          <a:solidFill>
                            <a:schemeClr val="tx1"/>
                          </a:solidFill>
                          <a:effectLst/>
                          <a:latin typeface="+mn-lt"/>
                        </a:rPr>
                        <a:t>Contacto Administrativo Cliente </a:t>
                      </a:r>
                      <a:r>
                        <a:rPr lang="es-ES_tradnl" sz="1200" b="0" err="1">
                          <a:solidFill>
                            <a:schemeClr val="tx1"/>
                          </a:solidFill>
                          <a:effectLst/>
                          <a:latin typeface="+mn-lt"/>
                        </a:rPr>
                        <a:t>Dylo</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3529611049"/>
                  </a:ext>
                </a:extLst>
              </a:tr>
              <a:tr h="215384">
                <a:tc>
                  <a:txBody>
                    <a:bodyPr/>
                    <a:lstStyle/>
                    <a:p>
                      <a:pPr algn="l" fontAlgn="base"/>
                      <a:endParaRPr lang="es-MX" sz="1200" b="0" i="0" u="none" strike="noStrike" cap="none" spc="0" baseline="0">
                        <a:ln>
                          <a:noFill/>
                        </a:ln>
                        <a:solidFill>
                          <a:schemeClr val="tx1"/>
                        </a:solidFill>
                        <a:effectLst/>
                        <a:uFillTx/>
                        <a:latin typeface="+mn-lt"/>
                        <a:ea typeface="+mn-ea"/>
                        <a:cs typeface="+mn-cs"/>
                        <a:sym typeface="Calibri Light"/>
                      </a:endParaRPr>
                    </a:p>
                  </a:txBody>
                  <a:tcPr marL="36657" marR="36657" marT="0" marB="0">
                    <a:noFill/>
                  </a:tcPr>
                </a:tc>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644332080"/>
                  </a:ext>
                </a:extLst>
              </a:tr>
              <a:tr h="215384">
                <a:tc>
                  <a:txBody>
                    <a:bodyPr/>
                    <a:lstStyle/>
                    <a:p>
                      <a:pPr algn="l" fontAlgn="base"/>
                      <a:r>
                        <a:rPr lang="es-MX" sz="1200" b="0" i="0" u="none" strike="noStrike" cap="none" spc="0" baseline="0">
                          <a:ln>
                            <a:noFill/>
                          </a:ln>
                          <a:solidFill>
                            <a:schemeClr val="tx1"/>
                          </a:solidFill>
                          <a:effectLst/>
                          <a:uFillTx/>
                          <a:latin typeface="+mn-lt"/>
                          <a:ea typeface="+mn-ea"/>
                          <a:cs typeface="+mn-cs"/>
                          <a:sym typeface="Calibri Light"/>
                        </a:rPr>
                        <a:t>Sr. </a:t>
                      </a:r>
                      <a:r>
                        <a:rPr lang="es-MX" sz="1200" b="0" i="0" u="none" strike="noStrike" cap="none" spc="0" baseline="0" err="1">
                          <a:ln>
                            <a:noFill/>
                          </a:ln>
                          <a:solidFill>
                            <a:schemeClr val="tx1"/>
                          </a:solidFill>
                          <a:effectLst/>
                          <a:uFillTx/>
                          <a:latin typeface="+mn-lt"/>
                          <a:ea typeface="+mn-ea"/>
                          <a:cs typeface="+mn-cs"/>
                          <a:sym typeface="Calibri Light"/>
                        </a:rPr>
                        <a:t>Account</a:t>
                      </a:r>
                      <a:r>
                        <a:rPr lang="es-MX" sz="1200" b="0" i="0" u="none" strike="noStrike" cap="none" spc="0" baseline="0">
                          <a:ln>
                            <a:noFill/>
                          </a:ln>
                          <a:solidFill>
                            <a:schemeClr val="tx1"/>
                          </a:solidFill>
                          <a:effectLst/>
                          <a:uFillTx/>
                          <a:latin typeface="+mn-lt"/>
                          <a:ea typeface="+mn-ea"/>
                          <a:cs typeface="+mn-cs"/>
                          <a:sym typeface="Calibri Light"/>
                        </a:rPr>
                        <a:t> Manager / Gerente De Cuenta Sr.</a:t>
                      </a:r>
                    </a:p>
                  </a:txBody>
                  <a:tcPr marL="36657" marR="36657" marT="0" marB="0">
                    <a:noFill/>
                  </a:tcPr>
                </a:tc>
                <a:tc>
                  <a:txBody>
                    <a:bodyPr/>
                    <a:lstStyle/>
                    <a:p>
                      <a:pPr algn="l">
                        <a:buNone/>
                      </a:pPr>
                      <a:r>
                        <a:rPr lang="es-ES_tradnl" sz="1200" b="0">
                          <a:solidFill>
                            <a:schemeClr val="tx1"/>
                          </a:solidFill>
                          <a:effectLst/>
                          <a:latin typeface="+mn-lt"/>
                        </a:rPr>
                        <a:t>José Alberto Guerrero Ramírez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C3ntro Telecom</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bg1">
                              <a:lumMod val="50000"/>
                            </a:schemeClr>
                          </a:solidFill>
                          <a:effectLst/>
                          <a:latin typeface="+mn-lt"/>
                          <a:hlinkClick r:id="rId6"/>
                        </a:rPr>
                        <a:t>jose.guerrero@c3ntro.com</a:t>
                      </a:r>
                      <a:endParaRPr lang="es-ES_tradnl" sz="1200" b="0">
                        <a:solidFill>
                          <a:schemeClr val="bg1">
                            <a:lumMod val="50000"/>
                          </a:schemeClr>
                        </a:solidFill>
                        <a:effectLst/>
                        <a:latin typeface="+mn-lt"/>
                      </a:endParaRPr>
                    </a:p>
                    <a:p>
                      <a:pPr algn="l">
                        <a:buNone/>
                      </a:pP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1260253643"/>
                  </a:ext>
                </a:extLst>
              </a:tr>
              <a:tr h="215384">
                <a:tc>
                  <a:txBody>
                    <a:bodyPr/>
                    <a:lstStyle/>
                    <a:p>
                      <a:pPr marL="0" marR="0" lvl="0" indent="0" algn="l" defTabSz="914318" rtl="0" eaLnBrk="1" fontAlgn="auto" latinLnBrk="0" hangingPunct="1">
                        <a:lnSpc>
                          <a:spcPct val="100000"/>
                        </a:lnSpc>
                        <a:spcBef>
                          <a:spcPts val="0"/>
                        </a:spcBef>
                        <a:spcAft>
                          <a:spcPts val="0"/>
                        </a:spcAft>
                        <a:buClrTx/>
                        <a:buSzTx/>
                        <a:buFontTx/>
                        <a:buNone/>
                        <a:tabLst/>
                        <a:defRPr/>
                      </a:pPr>
                      <a:r>
                        <a:rPr lang="es-ES_tradnl" sz="1200" b="0">
                          <a:solidFill>
                            <a:schemeClr val="tx1"/>
                          </a:solidFill>
                          <a:effectLst/>
                          <a:latin typeface="+mn-lt"/>
                        </a:rPr>
                        <a:t>PM - Líder de Proyecto</a:t>
                      </a:r>
                      <a:endParaRPr lang="es-MX" sz="1200" b="0">
                        <a:solidFill>
                          <a:schemeClr val="tx1"/>
                        </a:solidFill>
                        <a:effectLst/>
                        <a:latin typeface="+mn-lt"/>
                        <a:ea typeface="Calibri" panose="020F0502020204030204" pitchFamily="34" charset="0"/>
                      </a:endParaRPr>
                    </a:p>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MX" sz="1200" b="0" dirty="0">
                          <a:solidFill>
                            <a:schemeClr val="tx1"/>
                          </a:solidFill>
                          <a:effectLst/>
                          <a:latin typeface="+mn-lt"/>
                          <a:ea typeface="Calibri" panose="020F0502020204030204" pitchFamily="34" charset="0"/>
                        </a:rPr>
                        <a:t>Israel Segovia</a:t>
                      </a:r>
                    </a:p>
                  </a:txBody>
                  <a:tcPr marL="36657" marR="36657" marT="0" marB="0">
                    <a:noFill/>
                  </a:tcPr>
                </a:tc>
                <a:tc>
                  <a:txBody>
                    <a:bodyPr/>
                    <a:lstStyle/>
                    <a:p>
                      <a:pPr algn="l">
                        <a:buNone/>
                      </a:pPr>
                      <a:r>
                        <a:rPr lang="es-MX" sz="1200" b="0">
                          <a:solidFill>
                            <a:schemeClr val="tx1"/>
                          </a:solidFill>
                          <a:effectLst/>
                          <a:latin typeface="+mn-lt"/>
                          <a:ea typeface="Calibri" panose="020F0502020204030204" pitchFamily="34" charset="0"/>
                        </a:rPr>
                        <a:t>C3ntro Telecom</a:t>
                      </a:r>
                    </a:p>
                  </a:txBody>
                  <a:tcPr marL="36657" marR="36657" marT="0" marB="0">
                    <a:noFill/>
                  </a:tcPr>
                </a:tc>
                <a:tc>
                  <a:txBody>
                    <a:bodyPr/>
                    <a:lstStyle/>
                    <a:p>
                      <a:pPr marL="0" marR="0" lvl="0" indent="0" algn="l" defTabSz="914318" rtl="0" eaLnBrk="1" fontAlgn="auto" latinLnBrk="0" hangingPunct="1">
                        <a:lnSpc>
                          <a:spcPct val="100000"/>
                        </a:lnSpc>
                        <a:spcBef>
                          <a:spcPts val="0"/>
                        </a:spcBef>
                        <a:spcAft>
                          <a:spcPts val="0"/>
                        </a:spcAft>
                        <a:buClrTx/>
                        <a:buSzTx/>
                        <a:buFontTx/>
                        <a:buNone/>
                        <a:tabLst/>
                        <a:defRPr/>
                      </a:pPr>
                      <a:r>
                        <a:rPr lang="es-ES_tradnl" sz="1200" b="0">
                          <a:solidFill>
                            <a:schemeClr val="bg1">
                              <a:lumMod val="50000"/>
                            </a:schemeClr>
                          </a:solidFill>
                          <a:effectLst/>
                          <a:latin typeface="+mn-lt"/>
                          <a:hlinkClick r:id="rId7"/>
                        </a:rPr>
                        <a:t>implementacionseguridadmwp@centrotelecom.com.mx</a:t>
                      </a:r>
                      <a:r>
                        <a:rPr lang="es-ES_tradnl" sz="1200" b="0">
                          <a:solidFill>
                            <a:schemeClr val="bg1">
                              <a:lumMod val="50000"/>
                            </a:schemeClr>
                          </a:solidFill>
                          <a:effectLst/>
                          <a:latin typeface="+mn-lt"/>
                        </a:rPr>
                        <a:t> </a:t>
                      </a: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1554001533"/>
                  </a:ext>
                </a:extLst>
              </a:tr>
              <a:tr h="215384">
                <a:tc>
                  <a:txBody>
                    <a:bodyPr/>
                    <a:lstStyle/>
                    <a:p>
                      <a:pPr marL="0" marR="0" lvl="0" indent="0" algn="l" defTabSz="914318" rtl="0" eaLnBrk="1" fontAlgn="auto" latinLnBrk="0" hangingPunct="1">
                        <a:lnSpc>
                          <a:spcPct val="100000"/>
                        </a:lnSpc>
                        <a:spcBef>
                          <a:spcPts val="0"/>
                        </a:spcBef>
                        <a:spcAft>
                          <a:spcPts val="0"/>
                        </a:spcAft>
                        <a:buClrTx/>
                        <a:buSzTx/>
                        <a:buFontTx/>
                        <a:buNone/>
                        <a:tabLst/>
                        <a:defRPr/>
                      </a:pPr>
                      <a:r>
                        <a:rPr lang="es-ES_tradnl" sz="1200" b="0">
                          <a:solidFill>
                            <a:schemeClr val="tx1"/>
                          </a:solidFill>
                          <a:effectLst/>
                          <a:latin typeface="+mn-lt"/>
                        </a:rPr>
                        <a:t>PM - Líder de Proyecto</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MX" sz="1200" b="0">
                          <a:solidFill>
                            <a:schemeClr val="tx1"/>
                          </a:solidFill>
                          <a:effectLst/>
                          <a:latin typeface="+mn-lt"/>
                          <a:ea typeface="Calibri" panose="020F0502020204030204" pitchFamily="34" charset="0"/>
                        </a:rPr>
                        <a:t>Israel Segovia</a:t>
                      </a:r>
                    </a:p>
                  </a:txBody>
                  <a:tcPr marL="36657" marR="36657" marT="0" marB="0">
                    <a:noFill/>
                  </a:tcPr>
                </a:tc>
                <a:tc>
                  <a:txBody>
                    <a:bodyPr/>
                    <a:lstStyle/>
                    <a:p>
                      <a:pPr marL="0" marR="0" lvl="0" indent="0" algn="l" defTabSz="914318" rtl="0" eaLnBrk="1" fontAlgn="auto" latinLnBrk="0" hangingPunct="1">
                        <a:lnSpc>
                          <a:spcPct val="100000"/>
                        </a:lnSpc>
                        <a:spcBef>
                          <a:spcPts val="0"/>
                        </a:spcBef>
                        <a:spcAft>
                          <a:spcPts val="0"/>
                        </a:spcAft>
                        <a:buClrTx/>
                        <a:buSzTx/>
                        <a:buFontTx/>
                        <a:buNone/>
                        <a:tabLst/>
                        <a:defRPr/>
                      </a:pPr>
                      <a:r>
                        <a:rPr lang="es-MX" sz="1200" b="0">
                          <a:solidFill>
                            <a:schemeClr val="tx1"/>
                          </a:solidFill>
                          <a:effectLst/>
                          <a:latin typeface="+mn-lt"/>
                          <a:ea typeface="Calibri" panose="020F0502020204030204" pitchFamily="34" charset="0"/>
                        </a:rPr>
                        <a:t>C3ntro Telecom</a:t>
                      </a:r>
                    </a:p>
                  </a:txBody>
                  <a:tcPr marL="36657" marR="36657" marT="0" marB="0">
                    <a:noFill/>
                  </a:tcPr>
                </a:tc>
                <a:tc>
                  <a:txBody>
                    <a:bodyPr/>
                    <a:lstStyle/>
                    <a:p>
                      <a:pPr algn="l">
                        <a:buNone/>
                      </a:pP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1263240518"/>
                  </a:ext>
                </a:extLst>
              </a:tr>
              <a:tr h="215384">
                <a:tc>
                  <a:txBody>
                    <a:bodyPr/>
                    <a:lstStyle/>
                    <a:p>
                      <a:pPr algn="l">
                        <a:buNone/>
                      </a:pPr>
                      <a:r>
                        <a:rPr lang="es-ES_tradnl" sz="1200" b="0">
                          <a:solidFill>
                            <a:schemeClr val="tx1"/>
                          </a:solidFill>
                          <a:effectLst/>
                          <a:latin typeface="+mn-lt"/>
                        </a:rPr>
                        <a:t>Consultor – Seguridad M365</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sv-SE" sz="1200" b="0" dirty="0">
                          <a:solidFill>
                            <a:schemeClr val="tx1"/>
                          </a:solidFill>
                          <a:effectLst/>
                          <a:latin typeface="+mn-lt"/>
                        </a:rPr>
                        <a:t>David Edher Mora Moran</a:t>
                      </a:r>
                      <a:r>
                        <a:rPr lang="es-ES_tradnl" sz="1200" b="0" dirty="0">
                          <a:solidFill>
                            <a:schemeClr val="tx1"/>
                          </a:solidFill>
                          <a:effectLst/>
                          <a:latin typeface="+mn-lt"/>
                        </a:rPr>
                        <a:t> </a:t>
                      </a:r>
                      <a:endParaRPr lang="es-MX" sz="1200" b="0" dirty="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C3ntro Telecom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bg1">
                              <a:lumMod val="50000"/>
                            </a:schemeClr>
                          </a:solidFill>
                          <a:effectLst/>
                          <a:latin typeface="+mn-lt"/>
                          <a:hlinkClick r:id="rId7"/>
                        </a:rPr>
                        <a:t>implementacionseguridadmwp@centrotelecom.com.mx</a:t>
                      </a:r>
                      <a:r>
                        <a:rPr lang="es-ES_tradnl" sz="1200" b="0">
                          <a:solidFill>
                            <a:schemeClr val="bg1">
                              <a:lumMod val="50000"/>
                            </a:schemeClr>
                          </a:solidFill>
                          <a:effectLst/>
                          <a:latin typeface="+mn-lt"/>
                        </a:rPr>
                        <a:t> </a:t>
                      </a: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720533478"/>
                  </a:ext>
                </a:extLst>
              </a:tr>
              <a:tr h="215384">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bg1">
                              <a:lumMod val="50000"/>
                            </a:schemeClr>
                          </a:solidFill>
                          <a:effectLst/>
                          <a:latin typeface="+mn-lt"/>
                        </a:rPr>
                        <a:t> </a:t>
                      </a: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346032065"/>
                  </a:ext>
                </a:extLst>
              </a:tr>
              <a:tr h="215384">
                <a:tc>
                  <a:txBody>
                    <a:bodyPr/>
                    <a:lstStyle/>
                    <a:p>
                      <a:pPr algn="l">
                        <a:buNone/>
                      </a:pP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bg1">
                              <a:lumMod val="50000"/>
                            </a:schemeClr>
                          </a:solidFill>
                          <a:effectLst/>
                          <a:latin typeface="+mn-lt"/>
                        </a:rPr>
                        <a:t> </a:t>
                      </a:r>
                      <a:endParaRPr lang="es-MX" sz="1200" b="0">
                        <a:solidFill>
                          <a:schemeClr val="bg1">
                            <a:lumMod val="50000"/>
                          </a:schemeClr>
                        </a:solidFill>
                        <a:effectLst/>
                        <a:latin typeface="+mn-lt"/>
                        <a:ea typeface="Calibri" panose="020F0502020204030204" pitchFamily="34" charset="0"/>
                      </a:endParaRPr>
                    </a:p>
                  </a:txBody>
                  <a:tcPr marL="36657" marR="36657" marT="0" marB="0">
                    <a:noFill/>
                  </a:tcPr>
                </a:tc>
                <a:extLst>
                  <a:ext uri="{0D108BD9-81ED-4DB2-BD59-A6C34878D82A}">
                    <a16:rowId xmlns:a16="http://schemas.microsoft.com/office/drawing/2014/main" val="3269034993"/>
                  </a:ext>
                </a:extLst>
              </a:tr>
              <a:tr h="138151">
                <a:tc>
                  <a:txBody>
                    <a:bodyPr/>
                    <a:lstStyle/>
                    <a:p>
                      <a:pPr algn="l">
                        <a:buNone/>
                      </a:pPr>
                      <a:r>
                        <a:rPr lang="es-MX" sz="1200" b="0" dirty="0">
                          <a:solidFill>
                            <a:schemeClr val="tx1"/>
                          </a:solidFill>
                          <a:effectLst/>
                          <a:latin typeface="+mn-lt"/>
                          <a:ea typeface="Calibri" panose="020F0502020204030204" pitchFamily="34" charset="0"/>
                        </a:rPr>
                        <a:t>Director de MWP</a:t>
                      </a:r>
                    </a:p>
                  </a:txBody>
                  <a:tcPr marL="36657" marR="36657" marT="0" marB="0">
                    <a:noFill/>
                  </a:tcPr>
                </a:tc>
                <a:tc>
                  <a:txBody>
                    <a:bodyPr/>
                    <a:lstStyle/>
                    <a:p>
                      <a:pPr marL="0" marR="0" lvl="0" indent="0" algn="l" defTabSz="914318" rtl="0" eaLnBrk="1" fontAlgn="auto" latinLnBrk="0" hangingPunct="1">
                        <a:lnSpc>
                          <a:spcPct val="100000"/>
                        </a:lnSpc>
                        <a:spcBef>
                          <a:spcPts val="0"/>
                        </a:spcBef>
                        <a:spcAft>
                          <a:spcPts val="0"/>
                        </a:spcAft>
                        <a:buClrTx/>
                        <a:buSzTx/>
                        <a:buFontTx/>
                        <a:buNone/>
                        <a:tabLst/>
                        <a:defRPr/>
                      </a:pPr>
                      <a:r>
                        <a:rPr lang="es-MX" sz="1200" b="0">
                          <a:solidFill>
                            <a:schemeClr val="tx1"/>
                          </a:solidFill>
                          <a:effectLst/>
                          <a:latin typeface="+mn-lt"/>
                          <a:ea typeface="Calibri" panose="020F0502020204030204" pitchFamily="34" charset="0"/>
                        </a:rPr>
                        <a:t>Alejandro Israel Lagler</a:t>
                      </a:r>
                    </a:p>
                  </a:txBody>
                  <a:tcPr marL="36657" marR="36657" marT="0" marB="0">
                    <a:noFill/>
                  </a:tcPr>
                </a:tc>
                <a:tc>
                  <a:txBody>
                    <a:bodyPr/>
                    <a:lstStyle/>
                    <a:p>
                      <a:pPr marL="0" marR="0" lvl="0" indent="0" algn="l" defTabSz="914318" rtl="0" eaLnBrk="1" fontAlgn="auto" latinLnBrk="0" hangingPunct="1">
                        <a:lnSpc>
                          <a:spcPct val="100000"/>
                        </a:lnSpc>
                        <a:spcBef>
                          <a:spcPts val="0"/>
                        </a:spcBef>
                        <a:spcAft>
                          <a:spcPts val="0"/>
                        </a:spcAft>
                        <a:buClrTx/>
                        <a:buSzTx/>
                        <a:buFontTx/>
                        <a:buNone/>
                        <a:tabLst/>
                        <a:defRPr/>
                      </a:pPr>
                      <a:r>
                        <a:rPr lang="es-ES_tradnl" sz="1200" b="0">
                          <a:solidFill>
                            <a:schemeClr val="tx1"/>
                          </a:solidFill>
                          <a:effectLst/>
                          <a:latin typeface="+mn-lt"/>
                        </a:rPr>
                        <a:t>C3ntro Telecom</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MX" sz="1200" b="0">
                          <a:solidFill>
                            <a:schemeClr val="bg1">
                              <a:lumMod val="50000"/>
                            </a:schemeClr>
                          </a:solidFill>
                          <a:effectLst/>
                          <a:latin typeface="+mn-lt"/>
                          <a:ea typeface="Calibri" panose="020F0502020204030204" pitchFamily="34" charset="0"/>
                          <a:hlinkClick r:id="rId8"/>
                        </a:rPr>
                        <a:t>alejandro.lagler@c3ntro.com</a:t>
                      </a:r>
                      <a:r>
                        <a:rPr lang="es-MX" sz="1200" b="0">
                          <a:solidFill>
                            <a:schemeClr val="bg1">
                              <a:lumMod val="50000"/>
                            </a:schemeClr>
                          </a:solidFill>
                          <a:effectLst/>
                          <a:latin typeface="+mn-lt"/>
                          <a:ea typeface="Calibri" panose="020F0502020204030204" pitchFamily="34" charset="0"/>
                        </a:rPr>
                        <a:t> </a:t>
                      </a:r>
                    </a:p>
                  </a:txBody>
                  <a:tcPr marL="36657" marR="36657" marT="0" marB="0">
                    <a:noFill/>
                  </a:tcPr>
                </a:tc>
                <a:extLst>
                  <a:ext uri="{0D108BD9-81ED-4DB2-BD59-A6C34878D82A}">
                    <a16:rowId xmlns:a16="http://schemas.microsoft.com/office/drawing/2014/main" val="87984503"/>
                  </a:ext>
                </a:extLst>
              </a:tr>
              <a:tr h="138151">
                <a:tc>
                  <a:txBody>
                    <a:bodyPr/>
                    <a:lstStyle/>
                    <a:p>
                      <a:pPr algn="l">
                        <a:buNone/>
                      </a:pPr>
                      <a:r>
                        <a:rPr lang="es-MX" sz="1200" b="0" dirty="0">
                          <a:solidFill>
                            <a:schemeClr val="tx1"/>
                          </a:solidFill>
                          <a:effectLst/>
                          <a:latin typeface="+mn-lt"/>
                          <a:ea typeface="Calibri" panose="020F0502020204030204" pitchFamily="34" charset="0"/>
                        </a:rPr>
                        <a:t>Contacto IT C</a:t>
                      </a:r>
                    </a:p>
                  </a:txBody>
                  <a:tcPr marL="36657" marR="36657" marT="0" marB="0">
                    <a:noFill/>
                  </a:tcPr>
                </a:tc>
                <a:tc>
                  <a:txBody>
                    <a:bodyPr/>
                    <a:lstStyle/>
                    <a:p>
                      <a:pPr algn="l">
                        <a:buNone/>
                      </a:pPr>
                      <a:r>
                        <a:rPr lang="es-MX" sz="1200" b="0">
                          <a:solidFill>
                            <a:schemeClr val="tx1"/>
                          </a:solidFill>
                          <a:effectLst/>
                          <a:latin typeface="+mn-lt"/>
                          <a:ea typeface="Calibri" panose="020F0502020204030204" pitchFamily="34" charset="0"/>
                        </a:rPr>
                        <a:t>Miguel Ángel González</a:t>
                      </a:r>
                    </a:p>
                  </a:txBody>
                  <a:tcPr marL="36657" marR="36657" marT="0" marB="0">
                    <a:noFill/>
                  </a:tcPr>
                </a:tc>
                <a:tc>
                  <a:txBody>
                    <a:bodyPr/>
                    <a:lstStyle/>
                    <a:p>
                      <a:pPr marL="0" marR="0" lvl="0" indent="0" algn="l" defTabSz="914318" rtl="0" eaLnBrk="1" fontAlgn="auto" latinLnBrk="0" hangingPunct="1">
                        <a:lnSpc>
                          <a:spcPct val="100000"/>
                        </a:lnSpc>
                        <a:spcBef>
                          <a:spcPts val="0"/>
                        </a:spcBef>
                        <a:spcAft>
                          <a:spcPts val="0"/>
                        </a:spcAft>
                        <a:buClrTx/>
                        <a:buSzTx/>
                        <a:buFontTx/>
                        <a:buNone/>
                        <a:tabLst/>
                        <a:defRPr/>
                      </a:pPr>
                      <a:r>
                        <a:rPr lang="es-ES_tradnl" sz="1200" b="0">
                          <a:solidFill>
                            <a:schemeClr val="tx1"/>
                          </a:solidFill>
                          <a:effectLst/>
                          <a:latin typeface="+mn-lt"/>
                        </a:rPr>
                        <a:t>C3ntro Telecom</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MX" sz="1200" b="0">
                          <a:solidFill>
                            <a:schemeClr val="bg1">
                              <a:lumMod val="50000"/>
                            </a:schemeClr>
                          </a:solidFill>
                          <a:effectLst/>
                          <a:latin typeface="+mn-lt"/>
                          <a:ea typeface="Calibri" panose="020F0502020204030204" pitchFamily="34" charset="0"/>
                          <a:hlinkClick r:id="rId9"/>
                        </a:rPr>
                        <a:t>miguel.gonzalez@c3ntro.com</a:t>
                      </a:r>
                      <a:r>
                        <a:rPr lang="es-MX" sz="1200" b="0">
                          <a:solidFill>
                            <a:schemeClr val="bg1">
                              <a:lumMod val="50000"/>
                            </a:schemeClr>
                          </a:solidFill>
                          <a:effectLst/>
                          <a:latin typeface="+mn-lt"/>
                          <a:ea typeface="Calibri" panose="020F0502020204030204" pitchFamily="34" charset="0"/>
                        </a:rPr>
                        <a:t> </a:t>
                      </a:r>
                    </a:p>
                  </a:txBody>
                  <a:tcPr marL="36657" marR="36657" marT="0" marB="0">
                    <a:noFill/>
                  </a:tcPr>
                </a:tc>
                <a:extLst>
                  <a:ext uri="{0D108BD9-81ED-4DB2-BD59-A6C34878D82A}">
                    <a16:rowId xmlns:a16="http://schemas.microsoft.com/office/drawing/2014/main" val="3174279493"/>
                  </a:ext>
                </a:extLst>
              </a:tr>
              <a:tr h="215384">
                <a:tc>
                  <a:txBody>
                    <a:bodyPr/>
                    <a:lstStyle/>
                    <a:p>
                      <a:pPr algn="l">
                        <a:buNone/>
                      </a:pPr>
                      <a:r>
                        <a:rPr lang="es-MX" sz="1200" b="0">
                          <a:solidFill>
                            <a:schemeClr val="tx1"/>
                          </a:solidFill>
                          <a:effectLst/>
                          <a:latin typeface="+mn-lt"/>
                          <a:ea typeface="Calibri" panose="020F0502020204030204" pitchFamily="34" charset="0"/>
                        </a:rPr>
                        <a:t>PM- asignado</a:t>
                      </a:r>
                    </a:p>
                  </a:txBody>
                  <a:tcPr marL="36657" marR="36657" marT="0" marB="0">
                    <a:noFill/>
                  </a:tcPr>
                </a:tc>
                <a:tc>
                  <a:txBody>
                    <a:bodyPr/>
                    <a:lstStyle/>
                    <a:p>
                      <a:pPr algn="l">
                        <a:buNone/>
                      </a:pPr>
                      <a:r>
                        <a:rPr lang="es-ES_tradnl" sz="1200" b="0">
                          <a:solidFill>
                            <a:schemeClr val="tx1"/>
                          </a:solidFill>
                          <a:effectLst/>
                          <a:latin typeface="+mn-lt"/>
                        </a:rPr>
                        <a:t> César Larios </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a:solidFill>
                            <a:schemeClr val="tx1"/>
                          </a:solidFill>
                          <a:effectLst/>
                          <a:latin typeface="+mn-lt"/>
                        </a:rPr>
                        <a:t>C3ntro Telecom</a:t>
                      </a:r>
                      <a:endParaRPr lang="es-MX" sz="1200" b="0">
                        <a:solidFill>
                          <a:schemeClr val="tx1"/>
                        </a:solidFill>
                        <a:effectLst/>
                        <a:latin typeface="+mn-lt"/>
                        <a:ea typeface="Calibri" panose="020F0502020204030204" pitchFamily="34" charset="0"/>
                      </a:endParaRPr>
                    </a:p>
                  </a:txBody>
                  <a:tcPr marL="36657" marR="36657" marT="0" marB="0">
                    <a:noFill/>
                  </a:tcPr>
                </a:tc>
                <a:tc>
                  <a:txBody>
                    <a:bodyPr/>
                    <a:lstStyle/>
                    <a:p>
                      <a:pPr algn="l">
                        <a:buNone/>
                      </a:pPr>
                      <a:r>
                        <a:rPr lang="es-ES_tradnl" sz="1200" b="0" dirty="0">
                          <a:solidFill>
                            <a:schemeClr val="bg1">
                              <a:lumMod val="50000"/>
                            </a:schemeClr>
                          </a:solidFill>
                          <a:effectLst/>
                          <a:latin typeface="+mn-lt"/>
                          <a:hlinkClick r:id="rId10"/>
                        </a:rPr>
                        <a:t>cesar.larios@c3ntro.com</a:t>
                      </a:r>
                      <a:r>
                        <a:rPr lang="es-ES_tradnl" sz="1200" b="0" dirty="0">
                          <a:solidFill>
                            <a:schemeClr val="bg1">
                              <a:lumMod val="50000"/>
                            </a:schemeClr>
                          </a:solidFill>
                          <a:effectLst/>
                          <a:latin typeface="+mn-lt"/>
                        </a:rPr>
                        <a:t>  </a:t>
                      </a:r>
                    </a:p>
                  </a:txBody>
                  <a:tcPr marL="36657" marR="36657" marT="0" marB="0">
                    <a:noFill/>
                  </a:tcPr>
                </a:tc>
                <a:extLst>
                  <a:ext uri="{0D108BD9-81ED-4DB2-BD59-A6C34878D82A}">
                    <a16:rowId xmlns:a16="http://schemas.microsoft.com/office/drawing/2014/main" val="2459545150"/>
                  </a:ext>
                </a:extLst>
              </a:tr>
            </a:tbl>
          </a:graphicData>
        </a:graphic>
      </p:graphicFrame>
    </p:spTree>
    <p:extLst>
      <p:ext uri="{BB962C8B-B14F-4D97-AF65-F5344CB8AC3E}">
        <p14:creationId xmlns:p14="http://schemas.microsoft.com/office/powerpoint/2010/main" val="333139722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4C929-4C63-1777-6FD4-321AA1C22513}"/>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5205D655-516D-73D6-ACCD-BD45D4F628FB}"/>
              </a:ext>
            </a:extLst>
          </p:cNvPr>
          <p:cNvGrpSpPr/>
          <p:nvPr/>
        </p:nvGrpSpPr>
        <p:grpSpPr>
          <a:xfrm>
            <a:off x="-69802" y="0"/>
            <a:ext cx="12261802" cy="941265"/>
            <a:chOff x="1" y="0"/>
            <a:chExt cx="11511844" cy="941265"/>
          </a:xfrm>
        </p:grpSpPr>
        <p:sp>
          <p:nvSpPr>
            <p:cNvPr id="48" name="Rectangle 1">
              <a:extLst>
                <a:ext uri="{FF2B5EF4-FFF2-40B4-BE49-F238E27FC236}">
                  <a16:creationId xmlns:a16="http://schemas.microsoft.com/office/drawing/2014/main" id="{DE0FF5D9-5227-F025-A98A-F3A0CF3DD7FB}"/>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C5D6D424-C1C6-FC58-8D9A-08F51753FC4D}"/>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48BDD22C-6EC6-6840-AC86-BE441B34B2A1}"/>
              </a:ext>
            </a:extLst>
          </p:cNvPr>
          <p:cNvSpPr/>
          <p:nvPr/>
        </p:nvSpPr>
        <p:spPr>
          <a:xfrm>
            <a:off x="193322" y="286887"/>
            <a:ext cx="11658600"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s-MX" sz="2800" b="0" i="0" u="none" strike="noStrike" kern="1200" cap="none" spc="0" normalizeH="0" baseline="0" noProof="0">
                <a:ln>
                  <a:noFill/>
                </a:ln>
                <a:solidFill>
                  <a:srgbClr val="FFFFFF"/>
                </a:solidFill>
                <a:effectLst/>
                <a:uLnTx/>
                <a:uFillTx/>
                <a:latin typeface="Segoe UI Semilight" panose="020B0402040204020203" pitchFamily="34" charset="0"/>
                <a:ea typeface="Noto Sans SC" pitchFamily="34" charset="-122"/>
                <a:cs typeface="Segoe UI Semilight" panose="020B0402040204020203" pitchFamily="34" charset="0"/>
              </a:rPr>
              <a:t>Beneficios del Proyecto</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graphicFrame>
        <p:nvGraphicFramePr>
          <p:cNvPr id="36" name="Diagrama 35">
            <a:extLst>
              <a:ext uri="{FF2B5EF4-FFF2-40B4-BE49-F238E27FC236}">
                <a16:creationId xmlns:a16="http://schemas.microsoft.com/office/drawing/2014/main" id="{D5083129-8AA0-7013-A6C7-A54D414CF32D}"/>
              </a:ext>
            </a:extLst>
          </p:cNvPr>
          <p:cNvGraphicFramePr/>
          <p:nvPr>
            <p:extLst>
              <p:ext uri="{D42A27DB-BD31-4B8C-83A1-F6EECF244321}">
                <p14:modId xmlns:p14="http://schemas.microsoft.com/office/powerpoint/2010/main" val="3717921217"/>
              </p:ext>
            </p:extLst>
          </p:nvPr>
        </p:nvGraphicFramePr>
        <p:xfrm>
          <a:off x="5912805" y="1190299"/>
          <a:ext cx="5319972"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n 3">
            <a:extLst>
              <a:ext uri="{FF2B5EF4-FFF2-40B4-BE49-F238E27FC236}">
                <a16:creationId xmlns:a16="http://schemas.microsoft.com/office/drawing/2014/main" id="{3AB5235F-5610-DAC6-CF18-7F3875D68007}"/>
              </a:ext>
            </a:extLst>
          </p:cNvPr>
          <p:cNvPicPr>
            <a:picLocks noChangeAspect="1"/>
          </p:cNvPicPr>
          <p:nvPr/>
        </p:nvPicPr>
        <p:blipFill>
          <a:blip r:embed="rId8"/>
          <a:stretch>
            <a:fillRect/>
          </a:stretch>
        </p:blipFill>
        <p:spPr>
          <a:xfrm>
            <a:off x="537883" y="2212990"/>
            <a:ext cx="4764159" cy="317610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72620502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37CAF-889B-E9C4-9B0C-F0AC4E711BBE}"/>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3BE17F29-6B3E-1A81-F712-E9F338968C53}"/>
              </a:ext>
            </a:extLst>
          </p:cNvPr>
          <p:cNvGrpSpPr/>
          <p:nvPr/>
        </p:nvGrpSpPr>
        <p:grpSpPr>
          <a:xfrm>
            <a:off x="0" y="0"/>
            <a:ext cx="12191999" cy="941265"/>
            <a:chOff x="1" y="0"/>
            <a:chExt cx="11511844" cy="941265"/>
          </a:xfrm>
        </p:grpSpPr>
        <p:sp>
          <p:nvSpPr>
            <p:cNvPr id="48" name="Rectangle 1">
              <a:extLst>
                <a:ext uri="{FF2B5EF4-FFF2-40B4-BE49-F238E27FC236}">
                  <a16:creationId xmlns:a16="http://schemas.microsoft.com/office/drawing/2014/main" id="{406FBC09-6E95-394E-29B6-09E15807A1ED}"/>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445B6930-3BB7-9CE3-F4FD-9D7CEBBD2E47}"/>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FF82D5C0-1AA6-4076-4D15-1FAEE2E5AEBE}"/>
              </a:ext>
            </a:extLst>
          </p:cNvPr>
          <p:cNvSpPr/>
          <p:nvPr/>
        </p:nvSpPr>
        <p:spPr>
          <a:xfrm>
            <a:off x="193322" y="286887"/>
            <a:ext cx="11658600"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s-MX" sz="2800" b="0" i="0" u="none" strike="noStrike" kern="1200" cap="none" spc="0" normalizeH="0" baseline="0" noProof="0">
                <a:ln>
                  <a:noFill/>
                </a:ln>
                <a:solidFill>
                  <a:srgbClr val="FFFFFF"/>
                </a:solidFill>
                <a:effectLst/>
                <a:uLnTx/>
                <a:uFillTx/>
                <a:latin typeface="Segoe UI Semilight" panose="020B0402040204020203" pitchFamily="34" charset="0"/>
                <a:ea typeface="Noto Sans SC" pitchFamily="34" charset="-122"/>
                <a:cs typeface="Segoe UI Semilight" panose="020B0402040204020203" pitchFamily="34" charset="0"/>
              </a:rPr>
              <a:t>Alcances del Proyecto</a:t>
            </a:r>
            <a:r>
              <a:rPr lang="es-MX" sz="2800">
                <a:solidFill>
                  <a:srgbClr val="FFFFFF"/>
                </a:solidFill>
                <a:latin typeface="Segoe UI Semilight" panose="020B0402040204020203" pitchFamily="34" charset="0"/>
                <a:ea typeface="Noto Sans SC" pitchFamily="34" charset="-122"/>
                <a:cs typeface="Segoe UI Semilight" panose="020B0402040204020203" pitchFamily="34" charset="0"/>
              </a:rPr>
              <a:t>, Resumen</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4" name="Shape 2">
            <a:extLst>
              <a:ext uri="{FF2B5EF4-FFF2-40B4-BE49-F238E27FC236}">
                <a16:creationId xmlns:a16="http://schemas.microsoft.com/office/drawing/2014/main" id="{E37EBC41-F2C2-2EE0-ACDD-4DE1D1FFB6DC}"/>
              </a:ext>
            </a:extLst>
          </p:cNvPr>
          <p:cNvSpPr/>
          <p:nvPr/>
        </p:nvSpPr>
        <p:spPr>
          <a:xfrm>
            <a:off x="640080" y="1463040"/>
            <a:ext cx="2548890" cy="2148840"/>
          </a:xfrm>
          <a:prstGeom prst="rect">
            <a:avLst/>
          </a:prstGeom>
          <a:solidFill>
            <a:srgbClr val="F6F8FD"/>
          </a:solidFill>
          <a:ln/>
        </p:spPr>
        <p:txBody>
          <a:bodyPr/>
          <a:lstStyle/>
          <a:p>
            <a:endParaRPr lang="es-MX"/>
          </a:p>
        </p:txBody>
      </p:sp>
      <p:sp>
        <p:nvSpPr>
          <p:cNvPr id="8" name="Shape 3">
            <a:extLst>
              <a:ext uri="{FF2B5EF4-FFF2-40B4-BE49-F238E27FC236}">
                <a16:creationId xmlns:a16="http://schemas.microsoft.com/office/drawing/2014/main" id="{1286EC8E-06C2-52A0-3D79-9A819CABB95F}"/>
              </a:ext>
            </a:extLst>
          </p:cNvPr>
          <p:cNvSpPr/>
          <p:nvPr/>
        </p:nvSpPr>
        <p:spPr>
          <a:xfrm>
            <a:off x="1503045" y="1719072"/>
            <a:ext cx="822960" cy="822960"/>
          </a:xfrm>
          <a:prstGeom prst="ellipse">
            <a:avLst/>
          </a:prstGeom>
          <a:solidFill>
            <a:srgbClr val="1E2761"/>
          </a:solidFill>
          <a:ln/>
        </p:spPr>
        <p:txBody>
          <a:bodyPr/>
          <a:lstStyle/>
          <a:p>
            <a:endParaRPr lang="es-MX"/>
          </a:p>
        </p:txBody>
      </p:sp>
      <p:pic>
        <p:nvPicPr>
          <p:cNvPr id="12" name="Image 0" descr="/home/claude/ppt/icons/key_gold.png">
            <a:extLst>
              <a:ext uri="{FF2B5EF4-FFF2-40B4-BE49-F238E27FC236}">
                <a16:creationId xmlns:a16="http://schemas.microsoft.com/office/drawing/2014/main" id="{6C0C80F7-64AC-62A8-5EAD-0B3DAD537689}"/>
              </a:ext>
            </a:extLst>
          </p:cNvPr>
          <p:cNvPicPr>
            <a:picLocks noChangeAspect="1"/>
          </p:cNvPicPr>
          <p:nvPr/>
        </p:nvPicPr>
        <p:blipFill>
          <a:blip r:embed="rId3"/>
          <a:stretch>
            <a:fillRect/>
          </a:stretch>
        </p:blipFill>
        <p:spPr>
          <a:xfrm>
            <a:off x="1610030" y="1826057"/>
            <a:ext cx="608990" cy="608990"/>
          </a:xfrm>
          <a:prstGeom prst="rect">
            <a:avLst/>
          </a:prstGeom>
        </p:spPr>
      </p:pic>
      <p:sp>
        <p:nvSpPr>
          <p:cNvPr id="16" name="Text 4">
            <a:extLst>
              <a:ext uri="{FF2B5EF4-FFF2-40B4-BE49-F238E27FC236}">
                <a16:creationId xmlns:a16="http://schemas.microsoft.com/office/drawing/2014/main" id="{8E264D3F-8171-A788-E410-2A7F42EB6932}"/>
              </a:ext>
            </a:extLst>
          </p:cNvPr>
          <p:cNvSpPr/>
          <p:nvPr/>
        </p:nvSpPr>
        <p:spPr>
          <a:xfrm>
            <a:off x="777240" y="2633472"/>
            <a:ext cx="2274570" cy="274320"/>
          </a:xfrm>
          <a:prstGeom prst="rect">
            <a:avLst/>
          </a:prstGeom>
          <a:noFill/>
          <a:ln/>
        </p:spPr>
        <p:txBody>
          <a:bodyPr wrap="square" rtlCol="0" anchor="ctr"/>
          <a:lstStyle/>
          <a:p>
            <a:pPr marL="0" indent="0" algn="ctr">
              <a:buNone/>
            </a:pPr>
            <a:r>
              <a:rPr lang="en-US" sz="1050" b="1" kern="0" spc="100">
                <a:solidFill>
                  <a:srgbClr val="C9A227"/>
                </a:solidFill>
                <a:latin typeface="Arial" pitchFamily="34" charset="0"/>
                <a:ea typeface="Arial" pitchFamily="34" charset="-122"/>
                <a:cs typeface="Arial" pitchFamily="34" charset="-120"/>
              </a:rPr>
              <a:t>FASE 1</a:t>
            </a:r>
            <a:endParaRPr lang="en-US" sz="1050"/>
          </a:p>
        </p:txBody>
      </p:sp>
      <p:sp>
        <p:nvSpPr>
          <p:cNvPr id="20" name="Text 5">
            <a:extLst>
              <a:ext uri="{FF2B5EF4-FFF2-40B4-BE49-F238E27FC236}">
                <a16:creationId xmlns:a16="http://schemas.microsoft.com/office/drawing/2014/main" id="{D327A044-DF9E-D34E-95FC-8BA87316B0DC}"/>
              </a:ext>
            </a:extLst>
          </p:cNvPr>
          <p:cNvSpPr/>
          <p:nvPr/>
        </p:nvSpPr>
        <p:spPr>
          <a:xfrm>
            <a:off x="749808" y="2907792"/>
            <a:ext cx="2329434" cy="502920"/>
          </a:xfrm>
          <a:prstGeom prst="rect">
            <a:avLst/>
          </a:prstGeom>
          <a:noFill/>
          <a:ln/>
        </p:spPr>
        <p:txBody>
          <a:bodyPr wrap="square" rtlCol="0" anchor="t"/>
          <a:lstStyle/>
          <a:p>
            <a:pPr marL="0" indent="0" algn="ctr">
              <a:buNone/>
            </a:pPr>
            <a:r>
              <a:rPr lang="en-US" sz="1300" b="1">
                <a:solidFill>
                  <a:srgbClr val="1E2761"/>
                </a:solidFill>
                <a:latin typeface="Arial" pitchFamily="34" charset="0"/>
                <a:ea typeface="Arial" pitchFamily="34" charset="-122"/>
                <a:cs typeface="Arial" pitchFamily="34" charset="-120"/>
              </a:rPr>
              <a:t>Identidad y Acceso</a:t>
            </a:r>
            <a:endParaRPr lang="en-US" sz="1300"/>
          </a:p>
        </p:txBody>
      </p:sp>
      <p:sp>
        <p:nvSpPr>
          <p:cNvPr id="24" name="Text 6">
            <a:extLst>
              <a:ext uri="{FF2B5EF4-FFF2-40B4-BE49-F238E27FC236}">
                <a16:creationId xmlns:a16="http://schemas.microsoft.com/office/drawing/2014/main" id="{86F28D92-4865-ADFA-A74A-63BBFF17B30A}"/>
              </a:ext>
            </a:extLst>
          </p:cNvPr>
          <p:cNvSpPr/>
          <p:nvPr/>
        </p:nvSpPr>
        <p:spPr>
          <a:xfrm>
            <a:off x="749808" y="3310128"/>
            <a:ext cx="2329434" cy="365760"/>
          </a:xfrm>
          <a:prstGeom prst="rect">
            <a:avLst/>
          </a:prstGeom>
          <a:noFill/>
          <a:ln/>
        </p:spPr>
        <p:txBody>
          <a:bodyPr wrap="square" rtlCol="0" anchor="t"/>
          <a:lstStyle/>
          <a:p>
            <a:pPr marL="0" indent="0" algn="ctr">
              <a:buNone/>
            </a:pPr>
            <a:r>
              <a:rPr lang="en-US" sz="950">
                <a:solidFill>
                  <a:srgbClr val="44506B"/>
                </a:solidFill>
                <a:latin typeface="Arial" pitchFamily="34" charset="0"/>
                <a:ea typeface="Arial" pitchFamily="34" charset="-122"/>
                <a:cs typeface="Arial" pitchFamily="34" charset="-120"/>
              </a:rPr>
              <a:t>Entra ID P1 · MFA · Acceso Condicional</a:t>
            </a:r>
            <a:endParaRPr lang="en-US" sz="950"/>
          </a:p>
        </p:txBody>
      </p:sp>
      <p:sp>
        <p:nvSpPr>
          <p:cNvPr id="28" name="Shape 7">
            <a:extLst>
              <a:ext uri="{FF2B5EF4-FFF2-40B4-BE49-F238E27FC236}">
                <a16:creationId xmlns:a16="http://schemas.microsoft.com/office/drawing/2014/main" id="{DE60E508-21C6-2614-5F91-163AF753E8A2}"/>
              </a:ext>
            </a:extLst>
          </p:cNvPr>
          <p:cNvSpPr/>
          <p:nvPr/>
        </p:nvSpPr>
        <p:spPr>
          <a:xfrm>
            <a:off x="3417570" y="1463040"/>
            <a:ext cx="2548890" cy="2148840"/>
          </a:xfrm>
          <a:prstGeom prst="rect">
            <a:avLst/>
          </a:prstGeom>
          <a:solidFill>
            <a:srgbClr val="F6F8FD"/>
          </a:solidFill>
          <a:ln/>
        </p:spPr>
        <p:txBody>
          <a:bodyPr/>
          <a:lstStyle/>
          <a:p>
            <a:endParaRPr lang="es-MX"/>
          </a:p>
        </p:txBody>
      </p:sp>
      <p:sp>
        <p:nvSpPr>
          <p:cNvPr id="32" name="Shape 8">
            <a:extLst>
              <a:ext uri="{FF2B5EF4-FFF2-40B4-BE49-F238E27FC236}">
                <a16:creationId xmlns:a16="http://schemas.microsoft.com/office/drawing/2014/main" id="{4975E5A2-589A-8F68-3470-7978CC61A5A1}"/>
              </a:ext>
            </a:extLst>
          </p:cNvPr>
          <p:cNvSpPr/>
          <p:nvPr/>
        </p:nvSpPr>
        <p:spPr>
          <a:xfrm>
            <a:off x="4280535" y="1719072"/>
            <a:ext cx="822960" cy="822960"/>
          </a:xfrm>
          <a:prstGeom prst="ellipse">
            <a:avLst/>
          </a:prstGeom>
          <a:solidFill>
            <a:srgbClr val="1E2761"/>
          </a:solidFill>
          <a:ln/>
        </p:spPr>
        <p:txBody>
          <a:bodyPr/>
          <a:lstStyle/>
          <a:p>
            <a:endParaRPr lang="es-MX"/>
          </a:p>
        </p:txBody>
      </p:sp>
      <p:pic>
        <p:nvPicPr>
          <p:cNvPr id="36" name="Image 1" descr="/home/claude/ppt/icons/devices_gold.png">
            <a:extLst>
              <a:ext uri="{FF2B5EF4-FFF2-40B4-BE49-F238E27FC236}">
                <a16:creationId xmlns:a16="http://schemas.microsoft.com/office/drawing/2014/main" id="{FD3BE017-FFA8-EAF1-1F94-8EE781901D4D}"/>
              </a:ext>
            </a:extLst>
          </p:cNvPr>
          <p:cNvPicPr>
            <a:picLocks noChangeAspect="1"/>
          </p:cNvPicPr>
          <p:nvPr/>
        </p:nvPicPr>
        <p:blipFill>
          <a:blip r:embed="rId4"/>
          <a:stretch>
            <a:fillRect/>
          </a:stretch>
        </p:blipFill>
        <p:spPr>
          <a:xfrm>
            <a:off x="4387520" y="1826057"/>
            <a:ext cx="608990" cy="608990"/>
          </a:xfrm>
          <a:prstGeom prst="rect">
            <a:avLst/>
          </a:prstGeom>
        </p:spPr>
      </p:pic>
      <p:sp>
        <p:nvSpPr>
          <p:cNvPr id="38" name="Text 9">
            <a:extLst>
              <a:ext uri="{FF2B5EF4-FFF2-40B4-BE49-F238E27FC236}">
                <a16:creationId xmlns:a16="http://schemas.microsoft.com/office/drawing/2014/main" id="{625E3D71-C749-A9E0-B14A-8D41F8FDEA98}"/>
              </a:ext>
            </a:extLst>
          </p:cNvPr>
          <p:cNvSpPr/>
          <p:nvPr/>
        </p:nvSpPr>
        <p:spPr>
          <a:xfrm>
            <a:off x="3554730" y="2633472"/>
            <a:ext cx="2274570" cy="274320"/>
          </a:xfrm>
          <a:prstGeom prst="rect">
            <a:avLst/>
          </a:prstGeom>
          <a:noFill/>
          <a:ln/>
        </p:spPr>
        <p:txBody>
          <a:bodyPr wrap="square" rtlCol="0" anchor="ctr"/>
          <a:lstStyle/>
          <a:p>
            <a:pPr marL="0" indent="0" algn="ctr">
              <a:buNone/>
            </a:pPr>
            <a:r>
              <a:rPr lang="en-US" sz="1050" b="1" kern="0" spc="100">
                <a:solidFill>
                  <a:srgbClr val="C9A227"/>
                </a:solidFill>
                <a:latin typeface="Arial" pitchFamily="34" charset="0"/>
                <a:ea typeface="Arial" pitchFamily="34" charset="-122"/>
                <a:cs typeface="Arial" pitchFamily="34" charset="-120"/>
              </a:rPr>
              <a:t>FASE 2</a:t>
            </a:r>
            <a:endParaRPr lang="en-US" sz="1050"/>
          </a:p>
        </p:txBody>
      </p:sp>
      <p:sp>
        <p:nvSpPr>
          <p:cNvPr id="40" name="Text 10">
            <a:extLst>
              <a:ext uri="{FF2B5EF4-FFF2-40B4-BE49-F238E27FC236}">
                <a16:creationId xmlns:a16="http://schemas.microsoft.com/office/drawing/2014/main" id="{5DAE7C58-B0E3-65DF-FDC1-756D9D6540C5}"/>
              </a:ext>
            </a:extLst>
          </p:cNvPr>
          <p:cNvSpPr/>
          <p:nvPr/>
        </p:nvSpPr>
        <p:spPr>
          <a:xfrm>
            <a:off x="3527298" y="2907792"/>
            <a:ext cx="2329434" cy="502920"/>
          </a:xfrm>
          <a:prstGeom prst="rect">
            <a:avLst/>
          </a:prstGeom>
          <a:noFill/>
          <a:ln/>
        </p:spPr>
        <p:txBody>
          <a:bodyPr wrap="square" rtlCol="0" anchor="t"/>
          <a:lstStyle/>
          <a:p>
            <a:pPr marL="0" indent="0" algn="ctr">
              <a:buNone/>
            </a:pPr>
            <a:r>
              <a:rPr lang="en-US" sz="1300" b="1">
                <a:solidFill>
                  <a:srgbClr val="1E2761"/>
                </a:solidFill>
                <a:latin typeface="Arial" pitchFamily="34" charset="0"/>
                <a:ea typeface="Arial" pitchFamily="34" charset="-122"/>
                <a:cs typeface="Arial" pitchFamily="34" charset="-120"/>
              </a:rPr>
              <a:t>Gestión de Dispositivos</a:t>
            </a:r>
            <a:endParaRPr lang="en-US" sz="1300"/>
          </a:p>
        </p:txBody>
      </p:sp>
      <p:sp>
        <p:nvSpPr>
          <p:cNvPr id="42" name="Text 11">
            <a:extLst>
              <a:ext uri="{FF2B5EF4-FFF2-40B4-BE49-F238E27FC236}">
                <a16:creationId xmlns:a16="http://schemas.microsoft.com/office/drawing/2014/main" id="{4358DE31-4722-D5AC-69D0-EF04897FCCF2}"/>
              </a:ext>
            </a:extLst>
          </p:cNvPr>
          <p:cNvSpPr/>
          <p:nvPr/>
        </p:nvSpPr>
        <p:spPr>
          <a:xfrm>
            <a:off x="3527298" y="3310128"/>
            <a:ext cx="2329434" cy="365760"/>
          </a:xfrm>
          <a:prstGeom prst="rect">
            <a:avLst/>
          </a:prstGeom>
          <a:noFill/>
          <a:ln/>
        </p:spPr>
        <p:txBody>
          <a:bodyPr wrap="square" rtlCol="0" anchor="t"/>
          <a:lstStyle/>
          <a:p>
            <a:pPr marL="0" indent="0" algn="ctr">
              <a:buNone/>
            </a:pPr>
            <a:r>
              <a:rPr lang="en-US" sz="950">
                <a:solidFill>
                  <a:srgbClr val="44506B"/>
                </a:solidFill>
                <a:latin typeface="Arial" pitchFamily="34" charset="0"/>
                <a:ea typeface="Arial" pitchFamily="34" charset="-122"/>
                <a:cs typeface="Arial" pitchFamily="34" charset="-120"/>
              </a:rPr>
              <a:t>Intune MDM · Autopilot</a:t>
            </a:r>
            <a:endParaRPr lang="en-US" sz="950"/>
          </a:p>
        </p:txBody>
      </p:sp>
      <p:sp>
        <p:nvSpPr>
          <p:cNvPr id="44" name="Shape 12">
            <a:extLst>
              <a:ext uri="{FF2B5EF4-FFF2-40B4-BE49-F238E27FC236}">
                <a16:creationId xmlns:a16="http://schemas.microsoft.com/office/drawing/2014/main" id="{100712D2-2071-FD0E-053E-56EF6344C373}"/>
              </a:ext>
            </a:extLst>
          </p:cNvPr>
          <p:cNvSpPr/>
          <p:nvPr/>
        </p:nvSpPr>
        <p:spPr>
          <a:xfrm>
            <a:off x="6195060" y="1463040"/>
            <a:ext cx="2548890" cy="2148840"/>
          </a:xfrm>
          <a:prstGeom prst="rect">
            <a:avLst/>
          </a:prstGeom>
          <a:solidFill>
            <a:srgbClr val="F6F8FD"/>
          </a:solidFill>
          <a:ln/>
        </p:spPr>
        <p:txBody>
          <a:bodyPr/>
          <a:lstStyle/>
          <a:p>
            <a:endParaRPr lang="es-MX"/>
          </a:p>
        </p:txBody>
      </p:sp>
      <p:sp>
        <p:nvSpPr>
          <p:cNvPr id="46" name="Shape 13">
            <a:extLst>
              <a:ext uri="{FF2B5EF4-FFF2-40B4-BE49-F238E27FC236}">
                <a16:creationId xmlns:a16="http://schemas.microsoft.com/office/drawing/2014/main" id="{9AEE5C19-0375-F095-F9C5-E2E33D93B68D}"/>
              </a:ext>
            </a:extLst>
          </p:cNvPr>
          <p:cNvSpPr/>
          <p:nvPr/>
        </p:nvSpPr>
        <p:spPr>
          <a:xfrm>
            <a:off x="7058025" y="1719072"/>
            <a:ext cx="822960" cy="822960"/>
          </a:xfrm>
          <a:prstGeom prst="ellipse">
            <a:avLst/>
          </a:prstGeom>
          <a:solidFill>
            <a:srgbClr val="1E2761"/>
          </a:solidFill>
          <a:ln/>
        </p:spPr>
        <p:txBody>
          <a:bodyPr/>
          <a:lstStyle/>
          <a:p>
            <a:endParaRPr lang="es-MX"/>
          </a:p>
        </p:txBody>
      </p:sp>
      <p:pic>
        <p:nvPicPr>
          <p:cNvPr id="52" name="Image 2" descr="/home/claude/ppt/icons/shield_gold.png">
            <a:extLst>
              <a:ext uri="{FF2B5EF4-FFF2-40B4-BE49-F238E27FC236}">
                <a16:creationId xmlns:a16="http://schemas.microsoft.com/office/drawing/2014/main" id="{49BF7364-673C-E22E-F292-47A019B9DE5B}"/>
              </a:ext>
            </a:extLst>
          </p:cNvPr>
          <p:cNvPicPr>
            <a:picLocks noChangeAspect="1"/>
          </p:cNvPicPr>
          <p:nvPr/>
        </p:nvPicPr>
        <p:blipFill>
          <a:blip r:embed="rId5"/>
          <a:stretch>
            <a:fillRect/>
          </a:stretch>
        </p:blipFill>
        <p:spPr>
          <a:xfrm>
            <a:off x="7165010" y="1826057"/>
            <a:ext cx="608990" cy="608990"/>
          </a:xfrm>
          <a:prstGeom prst="rect">
            <a:avLst/>
          </a:prstGeom>
        </p:spPr>
      </p:pic>
      <p:sp>
        <p:nvSpPr>
          <p:cNvPr id="54" name="Text 14">
            <a:extLst>
              <a:ext uri="{FF2B5EF4-FFF2-40B4-BE49-F238E27FC236}">
                <a16:creationId xmlns:a16="http://schemas.microsoft.com/office/drawing/2014/main" id="{FBD1BC41-124B-42B9-E1B9-ADEADF2C39BB}"/>
              </a:ext>
            </a:extLst>
          </p:cNvPr>
          <p:cNvSpPr/>
          <p:nvPr/>
        </p:nvSpPr>
        <p:spPr>
          <a:xfrm>
            <a:off x="6332220" y="2633472"/>
            <a:ext cx="2274570" cy="274320"/>
          </a:xfrm>
          <a:prstGeom prst="rect">
            <a:avLst/>
          </a:prstGeom>
          <a:noFill/>
          <a:ln/>
        </p:spPr>
        <p:txBody>
          <a:bodyPr wrap="square" rtlCol="0" anchor="ctr"/>
          <a:lstStyle/>
          <a:p>
            <a:pPr marL="0" indent="0" algn="ctr">
              <a:buNone/>
            </a:pPr>
            <a:r>
              <a:rPr lang="en-US" sz="1050" b="1" kern="0" spc="100">
                <a:solidFill>
                  <a:srgbClr val="C9A227"/>
                </a:solidFill>
                <a:latin typeface="Arial" pitchFamily="34" charset="0"/>
                <a:ea typeface="Arial" pitchFamily="34" charset="-122"/>
                <a:cs typeface="Arial" pitchFamily="34" charset="-120"/>
              </a:rPr>
              <a:t>FASE 3</a:t>
            </a:r>
            <a:endParaRPr lang="en-US" sz="1050"/>
          </a:p>
        </p:txBody>
      </p:sp>
      <p:sp>
        <p:nvSpPr>
          <p:cNvPr id="56" name="Text 15">
            <a:extLst>
              <a:ext uri="{FF2B5EF4-FFF2-40B4-BE49-F238E27FC236}">
                <a16:creationId xmlns:a16="http://schemas.microsoft.com/office/drawing/2014/main" id="{8CC8F483-EDAD-ACCF-3118-CCF0F70C6C16}"/>
              </a:ext>
            </a:extLst>
          </p:cNvPr>
          <p:cNvSpPr/>
          <p:nvPr/>
        </p:nvSpPr>
        <p:spPr>
          <a:xfrm>
            <a:off x="6304788" y="2907792"/>
            <a:ext cx="2329434" cy="502920"/>
          </a:xfrm>
          <a:prstGeom prst="rect">
            <a:avLst/>
          </a:prstGeom>
          <a:noFill/>
          <a:ln/>
        </p:spPr>
        <p:txBody>
          <a:bodyPr wrap="square" rtlCol="0" anchor="t"/>
          <a:lstStyle/>
          <a:p>
            <a:pPr marL="0" indent="0" algn="ctr">
              <a:buNone/>
            </a:pPr>
            <a:r>
              <a:rPr lang="en-US" sz="1300" b="1">
                <a:solidFill>
                  <a:srgbClr val="1E2761"/>
                </a:solidFill>
                <a:latin typeface="Arial" pitchFamily="34" charset="0"/>
                <a:ea typeface="Arial" pitchFamily="34" charset="-122"/>
                <a:cs typeface="Arial" pitchFamily="34" charset="-120"/>
              </a:rPr>
              <a:t>Protección de Apps</a:t>
            </a:r>
            <a:endParaRPr lang="en-US" sz="1300"/>
          </a:p>
        </p:txBody>
      </p:sp>
      <p:sp>
        <p:nvSpPr>
          <p:cNvPr id="58" name="Text 16">
            <a:extLst>
              <a:ext uri="{FF2B5EF4-FFF2-40B4-BE49-F238E27FC236}">
                <a16:creationId xmlns:a16="http://schemas.microsoft.com/office/drawing/2014/main" id="{E9034640-1CAC-AD9F-A211-D5F6BC5A9B49}"/>
              </a:ext>
            </a:extLst>
          </p:cNvPr>
          <p:cNvSpPr/>
          <p:nvPr/>
        </p:nvSpPr>
        <p:spPr>
          <a:xfrm>
            <a:off x="6304788" y="3310128"/>
            <a:ext cx="2329434" cy="365760"/>
          </a:xfrm>
          <a:prstGeom prst="rect">
            <a:avLst/>
          </a:prstGeom>
          <a:noFill/>
          <a:ln/>
        </p:spPr>
        <p:txBody>
          <a:bodyPr wrap="square" rtlCol="0" anchor="t"/>
          <a:lstStyle/>
          <a:p>
            <a:pPr marL="0" indent="0" algn="ctr">
              <a:buNone/>
            </a:pPr>
            <a:r>
              <a:rPr lang="en-US" sz="950">
                <a:solidFill>
                  <a:srgbClr val="44506B"/>
                </a:solidFill>
                <a:latin typeface="Arial" pitchFamily="34" charset="0"/>
                <a:ea typeface="Arial" pitchFamily="34" charset="-122"/>
                <a:cs typeface="Arial" pitchFamily="34" charset="-120"/>
              </a:rPr>
              <a:t>Intune MAM · BYOD</a:t>
            </a:r>
            <a:endParaRPr lang="en-US" sz="950"/>
          </a:p>
        </p:txBody>
      </p:sp>
      <p:sp>
        <p:nvSpPr>
          <p:cNvPr id="60" name="Shape 17">
            <a:extLst>
              <a:ext uri="{FF2B5EF4-FFF2-40B4-BE49-F238E27FC236}">
                <a16:creationId xmlns:a16="http://schemas.microsoft.com/office/drawing/2014/main" id="{4B798C67-48B6-BD96-1247-1990E3E5DB1A}"/>
              </a:ext>
            </a:extLst>
          </p:cNvPr>
          <p:cNvSpPr/>
          <p:nvPr/>
        </p:nvSpPr>
        <p:spPr>
          <a:xfrm>
            <a:off x="8972550" y="1463040"/>
            <a:ext cx="2548890" cy="2148840"/>
          </a:xfrm>
          <a:prstGeom prst="rect">
            <a:avLst/>
          </a:prstGeom>
          <a:solidFill>
            <a:srgbClr val="F6F8FD"/>
          </a:solidFill>
          <a:ln/>
        </p:spPr>
        <p:txBody>
          <a:bodyPr/>
          <a:lstStyle/>
          <a:p>
            <a:endParaRPr lang="es-MX"/>
          </a:p>
        </p:txBody>
      </p:sp>
      <p:sp>
        <p:nvSpPr>
          <p:cNvPr id="62" name="Shape 18">
            <a:extLst>
              <a:ext uri="{FF2B5EF4-FFF2-40B4-BE49-F238E27FC236}">
                <a16:creationId xmlns:a16="http://schemas.microsoft.com/office/drawing/2014/main" id="{5071A364-4B9E-1924-CD6B-DD85AA3E3248}"/>
              </a:ext>
            </a:extLst>
          </p:cNvPr>
          <p:cNvSpPr/>
          <p:nvPr/>
        </p:nvSpPr>
        <p:spPr>
          <a:xfrm>
            <a:off x="9835515" y="1719072"/>
            <a:ext cx="822960" cy="822960"/>
          </a:xfrm>
          <a:prstGeom prst="ellipse">
            <a:avLst/>
          </a:prstGeom>
          <a:solidFill>
            <a:srgbClr val="1E2761"/>
          </a:solidFill>
          <a:ln/>
        </p:spPr>
        <p:txBody>
          <a:bodyPr/>
          <a:lstStyle/>
          <a:p>
            <a:endParaRPr lang="es-MX"/>
          </a:p>
        </p:txBody>
      </p:sp>
      <p:pic>
        <p:nvPicPr>
          <p:cNvPr id="64" name="Image 3" descr="/home/claude/ppt/icons/security_gold.png">
            <a:extLst>
              <a:ext uri="{FF2B5EF4-FFF2-40B4-BE49-F238E27FC236}">
                <a16:creationId xmlns:a16="http://schemas.microsoft.com/office/drawing/2014/main" id="{EDD36CBC-AC6F-9FBF-47FF-35188E461520}"/>
              </a:ext>
            </a:extLst>
          </p:cNvPr>
          <p:cNvPicPr>
            <a:picLocks noChangeAspect="1"/>
          </p:cNvPicPr>
          <p:nvPr/>
        </p:nvPicPr>
        <p:blipFill>
          <a:blip r:embed="rId6"/>
          <a:stretch>
            <a:fillRect/>
          </a:stretch>
        </p:blipFill>
        <p:spPr>
          <a:xfrm>
            <a:off x="9942500" y="1826057"/>
            <a:ext cx="608990" cy="608990"/>
          </a:xfrm>
          <a:prstGeom prst="rect">
            <a:avLst/>
          </a:prstGeom>
        </p:spPr>
      </p:pic>
      <p:sp>
        <p:nvSpPr>
          <p:cNvPr id="66" name="Text 19">
            <a:extLst>
              <a:ext uri="{FF2B5EF4-FFF2-40B4-BE49-F238E27FC236}">
                <a16:creationId xmlns:a16="http://schemas.microsoft.com/office/drawing/2014/main" id="{58C859AD-1002-AA59-D96D-0AD7781F245B}"/>
              </a:ext>
            </a:extLst>
          </p:cNvPr>
          <p:cNvSpPr/>
          <p:nvPr/>
        </p:nvSpPr>
        <p:spPr>
          <a:xfrm>
            <a:off x="9109710" y="2633472"/>
            <a:ext cx="2274570" cy="274320"/>
          </a:xfrm>
          <a:prstGeom prst="rect">
            <a:avLst/>
          </a:prstGeom>
          <a:noFill/>
          <a:ln/>
        </p:spPr>
        <p:txBody>
          <a:bodyPr wrap="square" rtlCol="0" anchor="ctr"/>
          <a:lstStyle/>
          <a:p>
            <a:pPr marL="0" indent="0" algn="ctr">
              <a:buNone/>
            </a:pPr>
            <a:r>
              <a:rPr lang="en-US" sz="1050" b="1" kern="0" spc="100">
                <a:solidFill>
                  <a:srgbClr val="C9A227"/>
                </a:solidFill>
                <a:latin typeface="Arial" pitchFamily="34" charset="0"/>
                <a:ea typeface="Arial" pitchFamily="34" charset="-122"/>
                <a:cs typeface="Arial" pitchFamily="34" charset="-120"/>
              </a:rPr>
              <a:t>FASE 4</a:t>
            </a:r>
            <a:endParaRPr lang="en-US" sz="1050"/>
          </a:p>
        </p:txBody>
      </p:sp>
      <p:sp>
        <p:nvSpPr>
          <p:cNvPr id="68" name="Text 20">
            <a:extLst>
              <a:ext uri="{FF2B5EF4-FFF2-40B4-BE49-F238E27FC236}">
                <a16:creationId xmlns:a16="http://schemas.microsoft.com/office/drawing/2014/main" id="{8145ACEF-3124-CB9C-9DB7-09294222ED1F}"/>
              </a:ext>
            </a:extLst>
          </p:cNvPr>
          <p:cNvSpPr/>
          <p:nvPr/>
        </p:nvSpPr>
        <p:spPr>
          <a:xfrm>
            <a:off x="9082278" y="2907792"/>
            <a:ext cx="2329434" cy="502920"/>
          </a:xfrm>
          <a:prstGeom prst="rect">
            <a:avLst/>
          </a:prstGeom>
          <a:noFill/>
          <a:ln/>
        </p:spPr>
        <p:txBody>
          <a:bodyPr wrap="square" rtlCol="0" anchor="t"/>
          <a:lstStyle/>
          <a:p>
            <a:pPr marL="0" indent="0" algn="ctr">
              <a:buNone/>
            </a:pPr>
            <a:r>
              <a:rPr lang="en-US" sz="1300" b="1">
                <a:solidFill>
                  <a:srgbClr val="1E2761"/>
                </a:solidFill>
                <a:latin typeface="Arial" pitchFamily="34" charset="0"/>
                <a:ea typeface="Arial" pitchFamily="34" charset="-122"/>
                <a:cs typeface="Arial" pitchFamily="34" charset="-120"/>
              </a:rPr>
              <a:t>Seguridad de Endpoints</a:t>
            </a:r>
            <a:endParaRPr lang="en-US" sz="1300"/>
          </a:p>
        </p:txBody>
      </p:sp>
      <p:sp>
        <p:nvSpPr>
          <p:cNvPr id="70" name="Text 21">
            <a:extLst>
              <a:ext uri="{FF2B5EF4-FFF2-40B4-BE49-F238E27FC236}">
                <a16:creationId xmlns:a16="http://schemas.microsoft.com/office/drawing/2014/main" id="{0DE8C150-CD2A-EE23-B6FC-CDB94FA1A865}"/>
              </a:ext>
            </a:extLst>
          </p:cNvPr>
          <p:cNvSpPr/>
          <p:nvPr/>
        </p:nvSpPr>
        <p:spPr>
          <a:xfrm>
            <a:off x="9082278" y="3310128"/>
            <a:ext cx="2329434" cy="365760"/>
          </a:xfrm>
          <a:prstGeom prst="rect">
            <a:avLst/>
          </a:prstGeom>
          <a:noFill/>
          <a:ln/>
        </p:spPr>
        <p:txBody>
          <a:bodyPr wrap="square" rtlCol="0" anchor="t"/>
          <a:lstStyle/>
          <a:p>
            <a:pPr marL="0" indent="0" algn="ctr">
              <a:buNone/>
            </a:pPr>
            <a:r>
              <a:rPr lang="en-US" sz="950">
                <a:solidFill>
                  <a:srgbClr val="44506B"/>
                </a:solidFill>
                <a:latin typeface="Arial" pitchFamily="34" charset="0"/>
                <a:ea typeface="Arial" pitchFamily="34" charset="-122"/>
                <a:cs typeface="Arial" pitchFamily="34" charset="-120"/>
              </a:rPr>
              <a:t>Defender for Business</a:t>
            </a:r>
            <a:endParaRPr lang="en-US" sz="950"/>
          </a:p>
        </p:txBody>
      </p:sp>
      <p:sp>
        <p:nvSpPr>
          <p:cNvPr id="72" name="Shape 22">
            <a:extLst>
              <a:ext uri="{FF2B5EF4-FFF2-40B4-BE49-F238E27FC236}">
                <a16:creationId xmlns:a16="http://schemas.microsoft.com/office/drawing/2014/main" id="{56DC5F06-D484-A006-C232-F38D709BA779}"/>
              </a:ext>
            </a:extLst>
          </p:cNvPr>
          <p:cNvSpPr/>
          <p:nvPr/>
        </p:nvSpPr>
        <p:spPr>
          <a:xfrm>
            <a:off x="640080" y="3794760"/>
            <a:ext cx="2548890" cy="2148840"/>
          </a:xfrm>
          <a:prstGeom prst="rect">
            <a:avLst/>
          </a:prstGeom>
          <a:solidFill>
            <a:srgbClr val="F6F8FD"/>
          </a:solidFill>
          <a:ln/>
        </p:spPr>
        <p:txBody>
          <a:bodyPr/>
          <a:lstStyle/>
          <a:p>
            <a:endParaRPr lang="es-MX"/>
          </a:p>
        </p:txBody>
      </p:sp>
      <p:sp>
        <p:nvSpPr>
          <p:cNvPr id="74" name="Shape 23">
            <a:extLst>
              <a:ext uri="{FF2B5EF4-FFF2-40B4-BE49-F238E27FC236}">
                <a16:creationId xmlns:a16="http://schemas.microsoft.com/office/drawing/2014/main" id="{330E3A0F-46F8-742A-1C1E-1C08B30A0169}"/>
              </a:ext>
            </a:extLst>
          </p:cNvPr>
          <p:cNvSpPr/>
          <p:nvPr/>
        </p:nvSpPr>
        <p:spPr>
          <a:xfrm>
            <a:off x="1503045" y="4050792"/>
            <a:ext cx="822960" cy="822960"/>
          </a:xfrm>
          <a:prstGeom prst="ellipse">
            <a:avLst/>
          </a:prstGeom>
          <a:solidFill>
            <a:srgbClr val="1E2761"/>
          </a:solidFill>
          <a:ln/>
        </p:spPr>
        <p:txBody>
          <a:bodyPr/>
          <a:lstStyle/>
          <a:p>
            <a:endParaRPr lang="es-MX"/>
          </a:p>
        </p:txBody>
      </p:sp>
      <p:pic>
        <p:nvPicPr>
          <p:cNvPr id="76" name="Image 4" descr="/home/claude/ppt/icons/mail_gold.png">
            <a:extLst>
              <a:ext uri="{FF2B5EF4-FFF2-40B4-BE49-F238E27FC236}">
                <a16:creationId xmlns:a16="http://schemas.microsoft.com/office/drawing/2014/main" id="{74878C5A-2332-634B-DCBA-0316E16F9494}"/>
              </a:ext>
            </a:extLst>
          </p:cNvPr>
          <p:cNvPicPr>
            <a:picLocks noChangeAspect="1"/>
          </p:cNvPicPr>
          <p:nvPr/>
        </p:nvPicPr>
        <p:blipFill>
          <a:blip r:embed="rId7"/>
          <a:stretch>
            <a:fillRect/>
          </a:stretch>
        </p:blipFill>
        <p:spPr>
          <a:xfrm>
            <a:off x="1610030" y="4157777"/>
            <a:ext cx="608990" cy="608990"/>
          </a:xfrm>
          <a:prstGeom prst="rect">
            <a:avLst/>
          </a:prstGeom>
        </p:spPr>
      </p:pic>
      <p:sp>
        <p:nvSpPr>
          <p:cNvPr id="78" name="Text 24">
            <a:extLst>
              <a:ext uri="{FF2B5EF4-FFF2-40B4-BE49-F238E27FC236}">
                <a16:creationId xmlns:a16="http://schemas.microsoft.com/office/drawing/2014/main" id="{8C7D6836-96FA-35E6-8406-5C8E05EF5BD0}"/>
              </a:ext>
            </a:extLst>
          </p:cNvPr>
          <p:cNvSpPr/>
          <p:nvPr/>
        </p:nvSpPr>
        <p:spPr>
          <a:xfrm>
            <a:off x="777240" y="4965192"/>
            <a:ext cx="2274570" cy="274320"/>
          </a:xfrm>
          <a:prstGeom prst="rect">
            <a:avLst/>
          </a:prstGeom>
          <a:noFill/>
          <a:ln/>
        </p:spPr>
        <p:txBody>
          <a:bodyPr wrap="square" rtlCol="0" anchor="ctr"/>
          <a:lstStyle/>
          <a:p>
            <a:pPr marL="0" indent="0" algn="ctr">
              <a:buNone/>
            </a:pPr>
            <a:r>
              <a:rPr lang="en-US" sz="1050" b="1" kern="0" spc="100">
                <a:solidFill>
                  <a:srgbClr val="C9A227"/>
                </a:solidFill>
                <a:latin typeface="Arial" pitchFamily="34" charset="0"/>
                <a:ea typeface="Arial" pitchFamily="34" charset="-122"/>
                <a:cs typeface="Arial" pitchFamily="34" charset="-120"/>
              </a:rPr>
              <a:t>FASE 5</a:t>
            </a:r>
            <a:endParaRPr lang="en-US" sz="1050"/>
          </a:p>
        </p:txBody>
      </p:sp>
      <p:sp>
        <p:nvSpPr>
          <p:cNvPr id="80" name="Text 25">
            <a:extLst>
              <a:ext uri="{FF2B5EF4-FFF2-40B4-BE49-F238E27FC236}">
                <a16:creationId xmlns:a16="http://schemas.microsoft.com/office/drawing/2014/main" id="{421D91E5-D943-22DC-AE62-02FB8F84AEBA}"/>
              </a:ext>
            </a:extLst>
          </p:cNvPr>
          <p:cNvSpPr/>
          <p:nvPr/>
        </p:nvSpPr>
        <p:spPr>
          <a:xfrm>
            <a:off x="749808" y="5239512"/>
            <a:ext cx="2329434" cy="502920"/>
          </a:xfrm>
          <a:prstGeom prst="rect">
            <a:avLst/>
          </a:prstGeom>
          <a:noFill/>
          <a:ln/>
        </p:spPr>
        <p:txBody>
          <a:bodyPr wrap="square" rtlCol="0" anchor="t"/>
          <a:lstStyle/>
          <a:p>
            <a:pPr marL="0" indent="0" algn="ctr">
              <a:buNone/>
            </a:pPr>
            <a:r>
              <a:rPr lang="en-US" sz="1300" b="1">
                <a:solidFill>
                  <a:srgbClr val="1E2761"/>
                </a:solidFill>
                <a:latin typeface="Arial" pitchFamily="34" charset="0"/>
                <a:ea typeface="Arial" pitchFamily="34" charset="-122"/>
                <a:cs typeface="Arial" pitchFamily="34" charset="-120"/>
              </a:rPr>
              <a:t>Correo y Colaboración</a:t>
            </a:r>
            <a:endParaRPr lang="en-US" sz="1300"/>
          </a:p>
        </p:txBody>
      </p:sp>
      <p:sp>
        <p:nvSpPr>
          <p:cNvPr id="82" name="Text 26">
            <a:extLst>
              <a:ext uri="{FF2B5EF4-FFF2-40B4-BE49-F238E27FC236}">
                <a16:creationId xmlns:a16="http://schemas.microsoft.com/office/drawing/2014/main" id="{E9AFA606-5F76-E66F-0F11-13E12CA00D52}"/>
              </a:ext>
            </a:extLst>
          </p:cNvPr>
          <p:cNvSpPr/>
          <p:nvPr/>
        </p:nvSpPr>
        <p:spPr>
          <a:xfrm>
            <a:off x="749808" y="5641848"/>
            <a:ext cx="2329434" cy="365760"/>
          </a:xfrm>
          <a:prstGeom prst="rect">
            <a:avLst/>
          </a:prstGeom>
          <a:noFill/>
          <a:ln/>
        </p:spPr>
        <p:txBody>
          <a:bodyPr wrap="square" rtlCol="0" anchor="t"/>
          <a:lstStyle/>
          <a:p>
            <a:pPr marL="0" indent="0" algn="ctr">
              <a:buNone/>
            </a:pPr>
            <a:r>
              <a:rPr lang="en-US" sz="950">
                <a:solidFill>
                  <a:srgbClr val="44506B"/>
                </a:solidFill>
                <a:latin typeface="Arial" pitchFamily="34" charset="0"/>
                <a:ea typeface="Arial" pitchFamily="34" charset="-122"/>
                <a:cs typeface="Arial" pitchFamily="34" charset="-120"/>
              </a:rPr>
              <a:t>Defender for Office 365</a:t>
            </a:r>
            <a:endParaRPr lang="en-US" sz="950"/>
          </a:p>
        </p:txBody>
      </p:sp>
      <p:sp>
        <p:nvSpPr>
          <p:cNvPr id="84" name="Shape 27">
            <a:extLst>
              <a:ext uri="{FF2B5EF4-FFF2-40B4-BE49-F238E27FC236}">
                <a16:creationId xmlns:a16="http://schemas.microsoft.com/office/drawing/2014/main" id="{B4C8E93C-52C5-58AF-E9C5-3F8127855E16}"/>
              </a:ext>
            </a:extLst>
          </p:cNvPr>
          <p:cNvSpPr/>
          <p:nvPr/>
        </p:nvSpPr>
        <p:spPr>
          <a:xfrm>
            <a:off x="3417570" y="3794760"/>
            <a:ext cx="2548890" cy="2148840"/>
          </a:xfrm>
          <a:prstGeom prst="rect">
            <a:avLst/>
          </a:prstGeom>
          <a:solidFill>
            <a:srgbClr val="F6F8FD"/>
          </a:solidFill>
          <a:ln/>
        </p:spPr>
        <p:txBody>
          <a:bodyPr/>
          <a:lstStyle/>
          <a:p>
            <a:endParaRPr lang="es-MX"/>
          </a:p>
        </p:txBody>
      </p:sp>
      <p:sp>
        <p:nvSpPr>
          <p:cNvPr id="86" name="Shape 28">
            <a:extLst>
              <a:ext uri="{FF2B5EF4-FFF2-40B4-BE49-F238E27FC236}">
                <a16:creationId xmlns:a16="http://schemas.microsoft.com/office/drawing/2014/main" id="{962725E8-4CA3-65FA-923C-930425A354A9}"/>
              </a:ext>
            </a:extLst>
          </p:cNvPr>
          <p:cNvSpPr/>
          <p:nvPr/>
        </p:nvSpPr>
        <p:spPr>
          <a:xfrm>
            <a:off x="4280535" y="4050792"/>
            <a:ext cx="822960" cy="822960"/>
          </a:xfrm>
          <a:prstGeom prst="ellipse">
            <a:avLst/>
          </a:prstGeom>
          <a:solidFill>
            <a:srgbClr val="1E2761"/>
          </a:solidFill>
          <a:ln/>
        </p:spPr>
        <p:txBody>
          <a:bodyPr/>
          <a:lstStyle/>
          <a:p>
            <a:endParaRPr lang="es-MX"/>
          </a:p>
        </p:txBody>
      </p:sp>
      <p:pic>
        <p:nvPicPr>
          <p:cNvPr id="88" name="Image 5" descr="/home/claude/ppt/icons/checklist_gold.png">
            <a:extLst>
              <a:ext uri="{FF2B5EF4-FFF2-40B4-BE49-F238E27FC236}">
                <a16:creationId xmlns:a16="http://schemas.microsoft.com/office/drawing/2014/main" id="{5443B9EB-FB03-EAC9-97A9-5EAF4F4EFE17}"/>
              </a:ext>
            </a:extLst>
          </p:cNvPr>
          <p:cNvPicPr>
            <a:picLocks noChangeAspect="1"/>
          </p:cNvPicPr>
          <p:nvPr/>
        </p:nvPicPr>
        <p:blipFill>
          <a:blip r:embed="rId8"/>
          <a:stretch>
            <a:fillRect/>
          </a:stretch>
        </p:blipFill>
        <p:spPr>
          <a:xfrm>
            <a:off x="4387520" y="4157777"/>
            <a:ext cx="608990" cy="608990"/>
          </a:xfrm>
          <a:prstGeom prst="rect">
            <a:avLst/>
          </a:prstGeom>
        </p:spPr>
      </p:pic>
      <p:sp>
        <p:nvSpPr>
          <p:cNvPr id="90" name="Text 29">
            <a:extLst>
              <a:ext uri="{FF2B5EF4-FFF2-40B4-BE49-F238E27FC236}">
                <a16:creationId xmlns:a16="http://schemas.microsoft.com/office/drawing/2014/main" id="{135C2E73-F033-D7FA-A229-531CA5B9536F}"/>
              </a:ext>
            </a:extLst>
          </p:cNvPr>
          <p:cNvSpPr/>
          <p:nvPr/>
        </p:nvSpPr>
        <p:spPr>
          <a:xfrm>
            <a:off x="3554730" y="4965192"/>
            <a:ext cx="2274570" cy="274320"/>
          </a:xfrm>
          <a:prstGeom prst="rect">
            <a:avLst/>
          </a:prstGeom>
          <a:noFill/>
          <a:ln/>
        </p:spPr>
        <p:txBody>
          <a:bodyPr wrap="square" rtlCol="0" anchor="ctr"/>
          <a:lstStyle/>
          <a:p>
            <a:pPr marL="0" indent="0" algn="ctr">
              <a:buNone/>
            </a:pPr>
            <a:r>
              <a:rPr lang="en-US" sz="1050" b="1" kern="0" spc="100">
                <a:solidFill>
                  <a:srgbClr val="C9A227"/>
                </a:solidFill>
                <a:latin typeface="Arial" pitchFamily="34" charset="0"/>
                <a:ea typeface="Arial" pitchFamily="34" charset="-122"/>
                <a:cs typeface="Arial" pitchFamily="34" charset="-120"/>
              </a:rPr>
              <a:t>FASE 6</a:t>
            </a:r>
            <a:endParaRPr lang="en-US" sz="1050"/>
          </a:p>
        </p:txBody>
      </p:sp>
      <p:sp>
        <p:nvSpPr>
          <p:cNvPr id="92" name="Text 30">
            <a:extLst>
              <a:ext uri="{FF2B5EF4-FFF2-40B4-BE49-F238E27FC236}">
                <a16:creationId xmlns:a16="http://schemas.microsoft.com/office/drawing/2014/main" id="{DCA31FE7-881F-B6F0-5F03-FB691810D6B6}"/>
              </a:ext>
            </a:extLst>
          </p:cNvPr>
          <p:cNvSpPr/>
          <p:nvPr/>
        </p:nvSpPr>
        <p:spPr>
          <a:xfrm>
            <a:off x="3527298" y="5239512"/>
            <a:ext cx="2329434" cy="502920"/>
          </a:xfrm>
          <a:prstGeom prst="rect">
            <a:avLst/>
          </a:prstGeom>
          <a:noFill/>
          <a:ln/>
        </p:spPr>
        <p:txBody>
          <a:bodyPr wrap="square" rtlCol="0" anchor="t"/>
          <a:lstStyle/>
          <a:p>
            <a:pPr marL="0" indent="0" algn="ctr">
              <a:buNone/>
            </a:pPr>
            <a:r>
              <a:rPr lang="en-US" sz="1300" b="1">
                <a:solidFill>
                  <a:srgbClr val="1E2761"/>
                </a:solidFill>
                <a:latin typeface="Arial" pitchFamily="34" charset="0"/>
                <a:ea typeface="Arial" pitchFamily="34" charset="-122"/>
                <a:cs typeface="Arial" pitchFamily="34" charset="-120"/>
              </a:rPr>
              <a:t>Protección de Información</a:t>
            </a:r>
            <a:endParaRPr lang="en-US" sz="1300"/>
          </a:p>
        </p:txBody>
      </p:sp>
      <p:sp>
        <p:nvSpPr>
          <p:cNvPr id="94" name="Text 31">
            <a:extLst>
              <a:ext uri="{FF2B5EF4-FFF2-40B4-BE49-F238E27FC236}">
                <a16:creationId xmlns:a16="http://schemas.microsoft.com/office/drawing/2014/main" id="{B5AA8BB9-C511-3717-2690-4DCCF882B490}"/>
              </a:ext>
            </a:extLst>
          </p:cNvPr>
          <p:cNvSpPr/>
          <p:nvPr/>
        </p:nvSpPr>
        <p:spPr>
          <a:xfrm>
            <a:off x="3527298" y="5641848"/>
            <a:ext cx="2329434" cy="365760"/>
          </a:xfrm>
          <a:prstGeom prst="rect">
            <a:avLst/>
          </a:prstGeom>
          <a:noFill/>
          <a:ln/>
        </p:spPr>
        <p:txBody>
          <a:bodyPr wrap="square" rtlCol="0" anchor="t"/>
          <a:lstStyle/>
          <a:p>
            <a:pPr marL="0" indent="0" algn="ctr">
              <a:buNone/>
            </a:pPr>
            <a:r>
              <a:rPr lang="en-US" sz="950">
                <a:solidFill>
                  <a:srgbClr val="44506B"/>
                </a:solidFill>
                <a:latin typeface="Arial" pitchFamily="34" charset="0"/>
                <a:ea typeface="Arial" pitchFamily="34" charset="-122"/>
                <a:cs typeface="Arial" pitchFamily="34" charset="-120"/>
              </a:rPr>
              <a:t>Purview · Etiquetas</a:t>
            </a:r>
            <a:endParaRPr lang="en-US" sz="950"/>
          </a:p>
        </p:txBody>
      </p:sp>
      <p:sp>
        <p:nvSpPr>
          <p:cNvPr id="96" name="Shape 32">
            <a:extLst>
              <a:ext uri="{FF2B5EF4-FFF2-40B4-BE49-F238E27FC236}">
                <a16:creationId xmlns:a16="http://schemas.microsoft.com/office/drawing/2014/main" id="{589D3CBD-336F-DC25-A505-75A1B0D325B1}"/>
              </a:ext>
            </a:extLst>
          </p:cNvPr>
          <p:cNvSpPr/>
          <p:nvPr/>
        </p:nvSpPr>
        <p:spPr>
          <a:xfrm>
            <a:off x="6195060" y="3794760"/>
            <a:ext cx="2548890" cy="2148840"/>
          </a:xfrm>
          <a:prstGeom prst="rect">
            <a:avLst/>
          </a:prstGeom>
          <a:solidFill>
            <a:srgbClr val="F6F8FD"/>
          </a:solidFill>
          <a:ln/>
        </p:spPr>
        <p:txBody>
          <a:bodyPr/>
          <a:lstStyle/>
          <a:p>
            <a:endParaRPr lang="es-MX"/>
          </a:p>
        </p:txBody>
      </p:sp>
      <p:sp>
        <p:nvSpPr>
          <p:cNvPr id="98" name="Shape 33">
            <a:extLst>
              <a:ext uri="{FF2B5EF4-FFF2-40B4-BE49-F238E27FC236}">
                <a16:creationId xmlns:a16="http://schemas.microsoft.com/office/drawing/2014/main" id="{7CDE8A80-04AA-32D6-75EE-600548DD102B}"/>
              </a:ext>
            </a:extLst>
          </p:cNvPr>
          <p:cNvSpPr/>
          <p:nvPr/>
        </p:nvSpPr>
        <p:spPr>
          <a:xfrm>
            <a:off x="7058025" y="4050792"/>
            <a:ext cx="822960" cy="822960"/>
          </a:xfrm>
          <a:prstGeom prst="ellipse">
            <a:avLst/>
          </a:prstGeom>
          <a:solidFill>
            <a:srgbClr val="1E2761"/>
          </a:solidFill>
          <a:ln/>
        </p:spPr>
        <p:txBody>
          <a:bodyPr/>
          <a:lstStyle/>
          <a:p>
            <a:endParaRPr lang="es-MX"/>
          </a:p>
        </p:txBody>
      </p:sp>
      <p:pic>
        <p:nvPicPr>
          <p:cNvPr id="100" name="Image 6" descr="/home/claude/ppt/icons/factcheck_gold.png">
            <a:extLst>
              <a:ext uri="{FF2B5EF4-FFF2-40B4-BE49-F238E27FC236}">
                <a16:creationId xmlns:a16="http://schemas.microsoft.com/office/drawing/2014/main" id="{3AAFFA75-C78D-A6CE-74A8-86A5B784D7DB}"/>
              </a:ext>
            </a:extLst>
          </p:cNvPr>
          <p:cNvPicPr>
            <a:picLocks noChangeAspect="1"/>
          </p:cNvPicPr>
          <p:nvPr/>
        </p:nvPicPr>
        <p:blipFill>
          <a:blip r:embed="rId9"/>
          <a:stretch>
            <a:fillRect/>
          </a:stretch>
        </p:blipFill>
        <p:spPr>
          <a:xfrm>
            <a:off x="7165010" y="4157777"/>
            <a:ext cx="608990" cy="608990"/>
          </a:xfrm>
          <a:prstGeom prst="rect">
            <a:avLst/>
          </a:prstGeom>
        </p:spPr>
      </p:pic>
      <p:sp>
        <p:nvSpPr>
          <p:cNvPr id="102" name="Text 34">
            <a:extLst>
              <a:ext uri="{FF2B5EF4-FFF2-40B4-BE49-F238E27FC236}">
                <a16:creationId xmlns:a16="http://schemas.microsoft.com/office/drawing/2014/main" id="{0D3D3248-AB11-6812-F936-35FAC640E07A}"/>
              </a:ext>
            </a:extLst>
          </p:cNvPr>
          <p:cNvSpPr/>
          <p:nvPr/>
        </p:nvSpPr>
        <p:spPr>
          <a:xfrm>
            <a:off x="6332220" y="4965192"/>
            <a:ext cx="2274570" cy="274320"/>
          </a:xfrm>
          <a:prstGeom prst="rect">
            <a:avLst/>
          </a:prstGeom>
          <a:noFill/>
          <a:ln/>
        </p:spPr>
        <p:txBody>
          <a:bodyPr wrap="square" rtlCol="0" anchor="ctr"/>
          <a:lstStyle/>
          <a:p>
            <a:pPr marL="0" indent="0" algn="ctr">
              <a:buNone/>
            </a:pPr>
            <a:r>
              <a:rPr lang="en-US" sz="1050" b="1" kern="0" spc="100">
                <a:solidFill>
                  <a:srgbClr val="C9A227"/>
                </a:solidFill>
                <a:latin typeface="Arial" pitchFamily="34" charset="0"/>
                <a:ea typeface="Arial" pitchFamily="34" charset="-122"/>
                <a:cs typeface="Arial" pitchFamily="34" charset="-120"/>
              </a:rPr>
              <a:t>FASE 7</a:t>
            </a:r>
            <a:endParaRPr lang="en-US" sz="1050"/>
          </a:p>
        </p:txBody>
      </p:sp>
      <p:sp>
        <p:nvSpPr>
          <p:cNvPr id="104" name="Text 35">
            <a:extLst>
              <a:ext uri="{FF2B5EF4-FFF2-40B4-BE49-F238E27FC236}">
                <a16:creationId xmlns:a16="http://schemas.microsoft.com/office/drawing/2014/main" id="{C2BBC570-E0B8-39FC-1377-D887AFD31A8B}"/>
              </a:ext>
            </a:extLst>
          </p:cNvPr>
          <p:cNvSpPr/>
          <p:nvPr/>
        </p:nvSpPr>
        <p:spPr>
          <a:xfrm>
            <a:off x="6304788" y="5239512"/>
            <a:ext cx="2329434" cy="502920"/>
          </a:xfrm>
          <a:prstGeom prst="rect">
            <a:avLst/>
          </a:prstGeom>
          <a:noFill/>
          <a:ln/>
        </p:spPr>
        <p:txBody>
          <a:bodyPr wrap="square" rtlCol="0" anchor="t"/>
          <a:lstStyle/>
          <a:p>
            <a:pPr marL="0" indent="0" algn="ctr">
              <a:buNone/>
            </a:pPr>
            <a:r>
              <a:rPr lang="en-US" sz="1300" b="1">
                <a:solidFill>
                  <a:srgbClr val="1E2761"/>
                </a:solidFill>
                <a:latin typeface="Arial" pitchFamily="34" charset="0"/>
                <a:ea typeface="Arial" pitchFamily="34" charset="-122"/>
                <a:cs typeface="Arial" pitchFamily="34" charset="-120"/>
              </a:rPr>
              <a:t>Cumplimiento y Gobierno</a:t>
            </a:r>
            <a:endParaRPr lang="en-US" sz="1300"/>
          </a:p>
        </p:txBody>
      </p:sp>
      <p:sp>
        <p:nvSpPr>
          <p:cNvPr id="106" name="Text 36">
            <a:extLst>
              <a:ext uri="{FF2B5EF4-FFF2-40B4-BE49-F238E27FC236}">
                <a16:creationId xmlns:a16="http://schemas.microsoft.com/office/drawing/2014/main" id="{7F38F1D4-9D2B-72D4-0560-A29D23B428F9}"/>
              </a:ext>
            </a:extLst>
          </p:cNvPr>
          <p:cNvSpPr/>
          <p:nvPr/>
        </p:nvSpPr>
        <p:spPr>
          <a:xfrm>
            <a:off x="6304788" y="5641848"/>
            <a:ext cx="2329434" cy="365760"/>
          </a:xfrm>
          <a:prstGeom prst="rect">
            <a:avLst/>
          </a:prstGeom>
          <a:noFill/>
          <a:ln/>
        </p:spPr>
        <p:txBody>
          <a:bodyPr wrap="square" rtlCol="0" anchor="t"/>
          <a:lstStyle/>
          <a:p>
            <a:pPr marL="0" indent="0" algn="ctr">
              <a:buNone/>
            </a:pPr>
            <a:r>
              <a:rPr lang="en-US" sz="950">
                <a:solidFill>
                  <a:srgbClr val="44506B"/>
                </a:solidFill>
                <a:latin typeface="Arial" pitchFamily="34" charset="0"/>
                <a:ea typeface="Arial" pitchFamily="34" charset="-122"/>
                <a:cs typeface="Arial" pitchFamily="34" charset="-120"/>
              </a:rPr>
              <a:t>eDiscovery · Auditoría</a:t>
            </a:r>
            <a:endParaRPr lang="en-US" sz="950"/>
          </a:p>
        </p:txBody>
      </p:sp>
      <p:sp>
        <p:nvSpPr>
          <p:cNvPr id="112" name="Text 41">
            <a:extLst>
              <a:ext uri="{FF2B5EF4-FFF2-40B4-BE49-F238E27FC236}">
                <a16:creationId xmlns:a16="http://schemas.microsoft.com/office/drawing/2014/main" id="{0184B17E-042B-479F-7660-BC0F1AAB1615}"/>
              </a:ext>
            </a:extLst>
          </p:cNvPr>
          <p:cNvSpPr/>
          <p:nvPr/>
        </p:nvSpPr>
        <p:spPr>
          <a:xfrm>
            <a:off x="11338560" y="6519672"/>
            <a:ext cx="457200" cy="274320"/>
          </a:xfrm>
          <a:prstGeom prst="rect">
            <a:avLst/>
          </a:prstGeom>
          <a:noFill/>
          <a:ln/>
        </p:spPr>
        <p:txBody>
          <a:bodyPr wrap="square" rtlCol="0" anchor="ctr"/>
          <a:lstStyle/>
          <a:p>
            <a:pPr marL="0" indent="0" algn="r">
              <a:buNone/>
            </a:pPr>
            <a:r>
              <a:rPr lang="en-US" sz="900">
                <a:solidFill>
                  <a:srgbClr val="9AA5C0"/>
                </a:solidFill>
                <a:latin typeface="Arial" pitchFamily="34" charset="0"/>
                <a:ea typeface="Arial" pitchFamily="34" charset="-122"/>
                <a:cs typeface="Arial" pitchFamily="34" charset="-120"/>
              </a:rPr>
              <a:t>4</a:t>
            </a:r>
            <a:endParaRPr lang="en-US" sz="900"/>
          </a:p>
        </p:txBody>
      </p:sp>
    </p:spTree>
    <p:extLst>
      <p:ext uri="{BB962C8B-B14F-4D97-AF65-F5344CB8AC3E}">
        <p14:creationId xmlns:p14="http://schemas.microsoft.com/office/powerpoint/2010/main" val="124508176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85D42-A08F-B7AE-F9D1-D43324300A3D}"/>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ADBDA644-92D5-CFC2-D5BC-49810FDB005E}"/>
              </a:ext>
            </a:extLst>
          </p:cNvPr>
          <p:cNvGrpSpPr/>
          <p:nvPr/>
        </p:nvGrpSpPr>
        <p:grpSpPr>
          <a:xfrm>
            <a:off x="0" y="0"/>
            <a:ext cx="12191999" cy="941265"/>
            <a:chOff x="1" y="0"/>
            <a:chExt cx="11511844" cy="941265"/>
          </a:xfrm>
        </p:grpSpPr>
        <p:sp>
          <p:nvSpPr>
            <p:cNvPr id="48" name="Rectangle 1">
              <a:extLst>
                <a:ext uri="{FF2B5EF4-FFF2-40B4-BE49-F238E27FC236}">
                  <a16:creationId xmlns:a16="http://schemas.microsoft.com/office/drawing/2014/main" id="{AED4D167-3157-AD2A-7396-48203CF14862}"/>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117DF45F-1B01-2160-6D9D-663B8E943EB5}"/>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75A12C5B-3FD5-84BC-433D-CE8D2BCF9166}"/>
              </a:ext>
            </a:extLst>
          </p:cNvPr>
          <p:cNvSpPr/>
          <p:nvPr/>
        </p:nvSpPr>
        <p:spPr>
          <a:xfrm>
            <a:off x="193322" y="286887"/>
            <a:ext cx="11658600"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s-MX" sz="2800" b="0" i="0" u="none" strike="noStrike" kern="1200" cap="none" spc="0" normalizeH="0" baseline="0" noProof="0">
                <a:ln>
                  <a:noFill/>
                </a:ln>
                <a:solidFill>
                  <a:srgbClr val="FFFFFF"/>
                </a:solidFill>
                <a:effectLst/>
                <a:uLnTx/>
                <a:uFillTx/>
                <a:latin typeface="Segoe UI Semilight" panose="020B0402040204020203" pitchFamily="34" charset="0"/>
                <a:ea typeface="Noto Sans SC" pitchFamily="34" charset="-122"/>
                <a:cs typeface="Segoe UI Semilight" panose="020B0402040204020203" pitchFamily="34" charset="0"/>
              </a:rPr>
              <a:t>Alcances del Proyecto</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 name="Shape 2">
            <a:extLst>
              <a:ext uri="{FF2B5EF4-FFF2-40B4-BE49-F238E27FC236}">
                <a16:creationId xmlns:a16="http://schemas.microsoft.com/office/drawing/2014/main" id="{0ECAE1F5-12DD-F632-E25C-6934ED2B3A3B}"/>
              </a:ext>
            </a:extLst>
          </p:cNvPr>
          <p:cNvSpPr/>
          <p:nvPr/>
        </p:nvSpPr>
        <p:spPr>
          <a:xfrm>
            <a:off x="44825" y="1387759"/>
            <a:ext cx="3698081" cy="4339462"/>
          </a:xfrm>
          <a:custGeom>
            <a:avLst/>
            <a:gdLst/>
            <a:ahLst/>
            <a:cxnLst/>
            <a:rect l="l" t="t" r="r" b="b"/>
            <a:pathLst>
              <a:path w="3698081" h="2259806">
                <a:moveTo>
                  <a:pt x="76201" y="0"/>
                </a:moveTo>
                <a:lnTo>
                  <a:pt x="3621881" y="0"/>
                </a:lnTo>
                <a:cubicBezTo>
                  <a:pt x="3663965" y="0"/>
                  <a:pt x="3698081" y="34116"/>
                  <a:pt x="3698081" y="76201"/>
                </a:cubicBezTo>
                <a:lnTo>
                  <a:pt x="3698081" y="2183606"/>
                </a:lnTo>
                <a:cubicBezTo>
                  <a:pt x="3698081" y="2225690"/>
                  <a:pt x="3663965" y="2259806"/>
                  <a:pt x="3621881" y="2259806"/>
                </a:cubicBezTo>
                <a:lnTo>
                  <a:pt x="76201" y="2259806"/>
                </a:lnTo>
                <a:cubicBezTo>
                  <a:pt x="34116" y="2259806"/>
                  <a:pt x="0" y="2225690"/>
                  <a:pt x="0" y="2183606"/>
                </a:cubicBezTo>
                <a:lnTo>
                  <a:pt x="0" y="76201"/>
                </a:lnTo>
                <a:cubicBezTo>
                  <a:pt x="0" y="34116"/>
                  <a:pt x="34116" y="0"/>
                  <a:pt x="76201" y="0"/>
                </a:cubicBezTo>
                <a:close/>
              </a:path>
            </a:pathLst>
          </a:custGeom>
          <a:solidFill>
            <a:srgbClr val="FFFFFF"/>
          </a:solidFill>
          <a:ln w="15875">
            <a:solidFill>
              <a:srgbClr val="1D365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7" name="Shape 3">
            <a:extLst>
              <a:ext uri="{FF2B5EF4-FFF2-40B4-BE49-F238E27FC236}">
                <a16:creationId xmlns:a16="http://schemas.microsoft.com/office/drawing/2014/main" id="{47894C3A-D241-A3E9-EC8B-C9C7A0D2522F}"/>
              </a:ext>
            </a:extLst>
          </p:cNvPr>
          <p:cNvSpPr/>
          <p:nvPr/>
        </p:nvSpPr>
        <p:spPr>
          <a:xfrm>
            <a:off x="50778" y="1393713"/>
            <a:ext cx="3686175" cy="510178"/>
          </a:xfrm>
          <a:custGeom>
            <a:avLst/>
            <a:gdLst/>
            <a:ahLst/>
            <a:cxnLst/>
            <a:rect l="l" t="t" r="r" b="b"/>
            <a:pathLst>
              <a:path w="3686175" h="495300">
                <a:moveTo>
                  <a:pt x="0" y="0"/>
                </a:moveTo>
                <a:lnTo>
                  <a:pt x="3686175" y="0"/>
                </a:lnTo>
                <a:lnTo>
                  <a:pt x="3686175" y="495300"/>
                </a:lnTo>
                <a:lnTo>
                  <a:pt x="0" y="495300"/>
                </a:lnTo>
                <a:lnTo>
                  <a:pt x="0" y="0"/>
                </a:lnTo>
                <a:close/>
              </a:path>
            </a:pathLst>
          </a:custGeom>
          <a:solidFill>
            <a:srgbClr val="1D365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9" name="Shape 4">
            <a:extLst>
              <a:ext uri="{FF2B5EF4-FFF2-40B4-BE49-F238E27FC236}">
                <a16:creationId xmlns:a16="http://schemas.microsoft.com/office/drawing/2014/main" id="{01FF8BB4-E7F7-7869-70B9-72693069F712}"/>
              </a:ext>
            </a:extLst>
          </p:cNvPr>
          <p:cNvSpPr/>
          <p:nvPr/>
        </p:nvSpPr>
        <p:spPr>
          <a:xfrm>
            <a:off x="222154" y="1526914"/>
            <a:ext cx="171450" cy="228600"/>
          </a:xfrm>
          <a:custGeom>
            <a:avLst/>
            <a:gdLst/>
            <a:ahLst/>
            <a:cxnLst/>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71438" y="157163"/>
                </a:moveTo>
                <a:lnTo>
                  <a:pt x="100013" y="157163"/>
                </a:lnTo>
                <a:cubicBezTo>
                  <a:pt x="119747" y="157163"/>
                  <a:pt x="135731" y="173147"/>
                  <a:pt x="135731" y="192881"/>
                </a:cubicBezTo>
                <a:cubicBezTo>
                  <a:pt x="135731" y="196810"/>
                  <a:pt x="132517" y="200025"/>
                  <a:pt x="128588" y="200025"/>
                </a:cubicBezTo>
                <a:lnTo>
                  <a:pt x="42863" y="200025"/>
                </a:lnTo>
                <a:cubicBezTo>
                  <a:pt x="38933" y="200025"/>
                  <a:pt x="35719" y="196810"/>
                  <a:pt x="35719" y="192881"/>
                </a:cubicBezTo>
                <a:cubicBezTo>
                  <a:pt x="35719" y="173147"/>
                  <a:pt x="51703" y="157163"/>
                  <a:pt x="71438" y="157163"/>
                </a:cubicBezTo>
                <a:close/>
                <a:moveTo>
                  <a:pt x="60722" y="114300"/>
                </a:moveTo>
                <a:cubicBezTo>
                  <a:pt x="60722" y="100500"/>
                  <a:pt x="71925" y="89297"/>
                  <a:pt x="85725" y="89297"/>
                </a:cubicBezTo>
                <a:cubicBezTo>
                  <a:pt x="99525" y="89297"/>
                  <a:pt x="110728" y="100500"/>
                  <a:pt x="110728" y="114300"/>
                </a:cubicBezTo>
                <a:cubicBezTo>
                  <a:pt x="110728" y="128100"/>
                  <a:pt x="99525" y="139303"/>
                  <a:pt x="85725" y="139303"/>
                </a:cubicBezTo>
                <a:cubicBezTo>
                  <a:pt x="71925" y="139303"/>
                  <a:pt x="60722" y="128100"/>
                  <a:pt x="60722" y="114300"/>
                </a:cubicBezTo>
                <a:close/>
                <a:moveTo>
                  <a:pt x="67866" y="28575"/>
                </a:moveTo>
                <a:lnTo>
                  <a:pt x="103584" y="28575"/>
                </a:lnTo>
                <a:cubicBezTo>
                  <a:pt x="109523" y="28575"/>
                  <a:pt x="114300" y="33352"/>
                  <a:pt x="114300" y="39291"/>
                </a:cubicBezTo>
                <a:cubicBezTo>
                  <a:pt x="114300" y="45229"/>
                  <a:pt x="109523" y="50006"/>
                  <a:pt x="103584" y="50006"/>
                </a:cubicBezTo>
                <a:lnTo>
                  <a:pt x="67866" y="50006"/>
                </a:lnTo>
                <a:cubicBezTo>
                  <a:pt x="61927" y="50006"/>
                  <a:pt x="57150" y="45229"/>
                  <a:pt x="57150" y="39291"/>
                </a:cubicBezTo>
                <a:cubicBezTo>
                  <a:pt x="57150" y="33352"/>
                  <a:pt x="61927" y="28575"/>
                  <a:pt x="67866" y="28575"/>
                </a:cubicBez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1" name="Text 5">
            <a:extLst>
              <a:ext uri="{FF2B5EF4-FFF2-40B4-BE49-F238E27FC236}">
                <a16:creationId xmlns:a16="http://schemas.microsoft.com/office/drawing/2014/main" id="{1E31C8C9-9178-00BA-1BD5-3B1F86358F54}"/>
              </a:ext>
            </a:extLst>
          </p:cNvPr>
          <p:cNvSpPr/>
          <p:nvPr/>
        </p:nvSpPr>
        <p:spPr>
          <a:xfrm>
            <a:off x="564978" y="1507939"/>
            <a:ext cx="3145917"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s-MX" sz="135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 1. Identidad y Acceso (Microsoft Entra ID P1)</a:t>
            </a:r>
          </a:p>
        </p:txBody>
      </p:sp>
      <p:sp>
        <p:nvSpPr>
          <p:cNvPr id="13" name="Text 7">
            <a:extLst>
              <a:ext uri="{FF2B5EF4-FFF2-40B4-BE49-F238E27FC236}">
                <a16:creationId xmlns:a16="http://schemas.microsoft.com/office/drawing/2014/main" id="{0B6819D0-2124-79DD-825D-B39B94A588C2}"/>
              </a:ext>
            </a:extLst>
          </p:cNvPr>
          <p:cNvSpPr/>
          <p:nvPr/>
        </p:nvSpPr>
        <p:spPr>
          <a:xfrm>
            <a:off x="125528" y="1827111"/>
            <a:ext cx="3585367" cy="3522950"/>
          </a:xfrm>
          <a:prstGeom prst="rect">
            <a:avLst/>
          </a:prstGeom>
          <a:noFill/>
          <a:ln/>
        </p:spPr>
        <p:txBody>
          <a:bodyPr wrap="square" lIns="0" tIns="0" rIns="0" bIns="0" rtlCol="0" anchor="ct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Revisión y validación de usuarios, grupos y roles administrativos existentes.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Habilitación y configuración de autenticación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multifactor</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(MFA) para usuarios incluidos en el alcance.</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Diseño e implementación de políticas de Acceso Condicional basadas en usuario, ubicación, aplicación y estado del dispositivo.</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Self-Service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Password</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Reset</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(SSPR).</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Password</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Protection</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para fortalecer la política de contraseñas.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grupos administrativos y modelo de acceso basado en roles (RBAC).</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Single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Sign-On</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(SSO) para aplicaciones compatibles definidas por Dylo.</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Ejecución de pruebas funcionales y validación de acceso seguro.</a:t>
            </a:r>
          </a:p>
        </p:txBody>
      </p:sp>
      <p:sp>
        <p:nvSpPr>
          <p:cNvPr id="15" name="Shape 18">
            <a:extLst>
              <a:ext uri="{FF2B5EF4-FFF2-40B4-BE49-F238E27FC236}">
                <a16:creationId xmlns:a16="http://schemas.microsoft.com/office/drawing/2014/main" id="{AB41739C-7281-F5BC-DACB-5A0B153B3E77}"/>
              </a:ext>
            </a:extLst>
          </p:cNvPr>
          <p:cNvSpPr/>
          <p:nvPr/>
        </p:nvSpPr>
        <p:spPr>
          <a:xfrm>
            <a:off x="3905613" y="1387758"/>
            <a:ext cx="3698081" cy="4339463"/>
          </a:xfrm>
          <a:custGeom>
            <a:avLst/>
            <a:gdLst/>
            <a:ahLst/>
            <a:cxnLst/>
            <a:rect l="l" t="t" r="r" b="b"/>
            <a:pathLst>
              <a:path w="3698081" h="2259806">
                <a:moveTo>
                  <a:pt x="76201" y="0"/>
                </a:moveTo>
                <a:lnTo>
                  <a:pt x="3621881" y="0"/>
                </a:lnTo>
                <a:cubicBezTo>
                  <a:pt x="3663965" y="0"/>
                  <a:pt x="3698081" y="34116"/>
                  <a:pt x="3698081" y="76201"/>
                </a:cubicBezTo>
                <a:lnTo>
                  <a:pt x="3698081" y="2183606"/>
                </a:lnTo>
                <a:cubicBezTo>
                  <a:pt x="3698081" y="2225690"/>
                  <a:pt x="3663965" y="2259806"/>
                  <a:pt x="3621881" y="2259806"/>
                </a:cubicBezTo>
                <a:lnTo>
                  <a:pt x="76201" y="2259806"/>
                </a:lnTo>
                <a:cubicBezTo>
                  <a:pt x="34116" y="2259806"/>
                  <a:pt x="0" y="2225690"/>
                  <a:pt x="0" y="2183606"/>
                </a:cubicBezTo>
                <a:lnTo>
                  <a:pt x="0" y="76201"/>
                </a:lnTo>
                <a:cubicBezTo>
                  <a:pt x="0" y="34116"/>
                  <a:pt x="34116" y="0"/>
                  <a:pt x="76201" y="0"/>
                </a:cubicBezTo>
                <a:close/>
              </a:path>
            </a:pathLst>
          </a:custGeom>
          <a:solidFill>
            <a:srgbClr val="FFFFFF"/>
          </a:solidFill>
          <a:ln w="15875">
            <a:solidFill>
              <a:srgbClr val="2C5CA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7" name="Shape 19">
            <a:extLst>
              <a:ext uri="{FF2B5EF4-FFF2-40B4-BE49-F238E27FC236}">
                <a16:creationId xmlns:a16="http://schemas.microsoft.com/office/drawing/2014/main" id="{2DC29432-B5F2-D2D9-68DB-9A0309F1425B}"/>
              </a:ext>
            </a:extLst>
          </p:cNvPr>
          <p:cNvSpPr/>
          <p:nvPr/>
        </p:nvSpPr>
        <p:spPr>
          <a:xfrm>
            <a:off x="3911566" y="1393713"/>
            <a:ext cx="3686175" cy="510178"/>
          </a:xfrm>
          <a:custGeom>
            <a:avLst/>
            <a:gdLst/>
            <a:ahLst/>
            <a:cxnLst/>
            <a:rect l="l" t="t" r="r" b="b"/>
            <a:pathLst>
              <a:path w="3686175" h="495300">
                <a:moveTo>
                  <a:pt x="0" y="0"/>
                </a:moveTo>
                <a:lnTo>
                  <a:pt x="3686175" y="0"/>
                </a:lnTo>
                <a:lnTo>
                  <a:pt x="3686175" y="495300"/>
                </a:lnTo>
                <a:lnTo>
                  <a:pt x="0" y="495300"/>
                </a:lnTo>
                <a:lnTo>
                  <a:pt x="0" y="0"/>
                </a:lnTo>
                <a:close/>
              </a:path>
            </a:pathLst>
          </a:custGeom>
          <a:solidFill>
            <a:srgbClr val="2C5C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9" name="Shape 20">
            <a:extLst>
              <a:ext uri="{FF2B5EF4-FFF2-40B4-BE49-F238E27FC236}">
                <a16:creationId xmlns:a16="http://schemas.microsoft.com/office/drawing/2014/main" id="{551754FE-18D2-C515-872B-0B4E6D7D561F}"/>
              </a:ext>
            </a:extLst>
          </p:cNvPr>
          <p:cNvSpPr/>
          <p:nvPr/>
        </p:nvSpPr>
        <p:spPr>
          <a:xfrm>
            <a:off x="4040079" y="1526914"/>
            <a:ext cx="257175" cy="228600"/>
          </a:xfrm>
          <a:custGeom>
            <a:avLst/>
            <a:gdLst/>
            <a:ahLst/>
            <a:cxnLst/>
            <a:rect l="l" t="t" r="r" b="b"/>
            <a:pathLst>
              <a:path w="257175" h="228600">
                <a:moveTo>
                  <a:pt x="128588" y="15136"/>
                </a:moveTo>
                <a:lnTo>
                  <a:pt x="43041" y="78492"/>
                </a:lnTo>
                <a:lnTo>
                  <a:pt x="113630" y="130820"/>
                </a:lnTo>
                <a:cubicBezTo>
                  <a:pt x="115997" y="132561"/>
                  <a:pt x="118631" y="133901"/>
                  <a:pt x="121444" y="134704"/>
                </a:cubicBezTo>
                <a:lnTo>
                  <a:pt x="121444" y="207169"/>
                </a:lnTo>
                <a:cubicBezTo>
                  <a:pt x="121444" y="209624"/>
                  <a:pt x="121667" y="211991"/>
                  <a:pt x="122024" y="214313"/>
                </a:cubicBezTo>
                <a:lnTo>
                  <a:pt x="42863" y="214313"/>
                </a:lnTo>
                <a:cubicBezTo>
                  <a:pt x="27102" y="214313"/>
                  <a:pt x="14288" y="201498"/>
                  <a:pt x="14288" y="185738"/>
                </a:cubicBezTo>
                <a:lnTo>
                  <a:pt x="14288" y="78626"/>
                </a:lnTo>
                <a:cubicBezTo>
                  <a:pt x="14288" y="69562"/>
                  <a:pt x="18574" y="61034"/>
                  <a:pt x="25851" y="55677"/>
                </a:cubicBezTo>
                <a:lnTo>
                  <a:pt x="113630" y="-9376"/>
                </a:lnTo>
                <a:cubicBezTo>
                  <a:pt x="117961" y="-12591"/>
                  <a:pt x="123185" y="-14287"/>
                  <a:pt x="128588" y="-14287"/>
                </a:cubicBezTo>
                <a:cubicBezTo>
                  <a:pt x="133990" y="-14287"/>
                  <a:pt x="139214" y="-12546"/>
                  <a:pt x="143545" y="-9376"/>
                </a:cubicBezTo>
                <a:lnTo>
                  <a:pt x="231324" y="55677"/>
                </a:lnTo>
                <a:cubicBezTo>
                  <a:pt x="234538" y="58043"/>
                  <a:pt x="237173" y="61034"/>
                  <a:pt x="239092" y="64428"/>
                </a:cubicBezTo>
                <a:cubicBezTo>
                  <a:pt x="237976" y="64338"/>
                  <a:pt x="236860" y="64294"/>
                  <a:pt x="235744" y="64294"/>
                </a:cubicBezTo>
                <a:lnTo>
                  <a:pt x="194935" y="64294"/>
                </a:lnTo>
                <a:lnTo>
                  <a:pt x="128588" y="15136"/>
                </a:lnTo>
                <a:close/>
                <a:moveTo>
                  <a:pt x="142875" y="107156"/>
                </a:moveTo>
                <a:cubicBezTo>
                  <a:pt x="142875" y="95324"/>
                  <a:pt x="152474" y="85725"/>
                  <a:pt x="164306" y="85725"/>
                </a:cubicBezTo>
                <a:lnTo>
                  <a:pt x="235744" y="85725"/>
                </a:lnTo>
                <a:cubicBezTo>
                  <a:pt x="247576" y="85725"/>
                  <a:pt x="257175" y="95324"/>
                  <a:pt x="257175" y="107156"/>
                </a:cubicBezTo>
                <a:lnTo>
                  <a:pt x="257175" y="207169"/>
                </a:lnTo>
                <a:cubicBezTo>
                  <a:pt x="257175" y="219001"/>
                  <a:pt x="247576" y="228600"/>
                  <a:pt x="235744" y="228600"/>
                </a:cubicBezTo>
                <a:lnTo>
                  <a:pt x="164306" y="228600"/>
                </a:lnTo>
                <a:cubicBezTo>
                  <a:pt x="152474" y="228600"/>
                  <a:pt x="142875" y="219001"/>
                  <a:pt x="142875" y="207169"/>
                </a:cubicBezTo>
                <a:lnTo>
                  <a:pt x="142875" y="107156"/>
                </a:lnTo>
                <a:close/>
                <a:moveTo>
                  <a:pt x="178594" y="114300"/>
                </a:moveTo>
                <a:cubicBezTo>
                  <a:pt x="172656" y="114300"/>
                  <a:pt x="167878" y="119077"/>
                  <a:pt x="167878" y="125016"/>
                </a:cubicBezTo>
                <a:cubicBezTo>
                  <a:pt x="167878" y="130954"/>
                  <a:pt x="172656" y="135731"/>
                  <a:pt x="178594" y="135731"/>
                </a:cubicBezTo>
                <a:lnTo>
                  <a:pt x="221456" y="135731"/>
                </a:lnTo>
                <a:cubicBezTo>
                  <a:pt x="227394" y="135731"/>
                  <a:pt x="232172" y="130954"/>
                  <a:pt x="232172" y="125016"/>
                </a:cubicBezTo>
                <a:cubicBezTo>
                  <a:pt x="232172" y="119077"/>
                  <a:pt x="227394" y="114300"/>
                  <a:pt x="221456" y="114300"/>
                </a:cubicBezTo>
                <a:lnTo>
                  <a:pt x="178594" y="114300"/>
                </a:lnTo>
                <a:close/>
                <a:moveTo>
                  <a:pt x="178594" y="157163"/>
                </a:moveTo>
                <a:cubicBezTo>
                  <a:pt x="172656" y="157163"/>
                  <a:pt x="167878" y="161940"/>
                  <a:pt x="167878" y="167878"/>
                </a:cubicBezTo>
                <a:cubicBezTo>
                  <a:pt x="167878" y="173816"/>
                  <a:pt x="172656" y="178594"/>
                  <a:pt x="178594" y="178594"/>
                </a:cubicBezTo>
                <a:lnTo>
                  <a:pt x="203597" y="178594"/>
                </a:lnTo>
                <a:cubicBezTo>
                  <a:pt x="209535" y="178594"/>
                  <a:pt x="214313" y="173816"/>
                  <a:pt x="214313" y="167878"/>
                </a:cubicBezTo>
                <a:cubicBezTo>
                  <a:pt x="214313" y="161940"/>
                  <a:pt x="209535" y="157163"/>
                  <a:pt x="203597" y="157163"/>
                </a:cubicBezTo>
                <a:lnTo>
                  <a:pt x="178594" y="157163"/>
                </a:ln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1" name="Text 21">
            <a:extLst>
              <a:ext uri="{FF2B5EF4-FFF2-40B4-BE49-F238E27FC236}">
                <a16:creationId xmlns:a16="http://schemas.microsoft.com/office/drawing/2014/main" id="{3DD2AAA6-F607-AB2F-79A8-B6F910A311E4}"/>
              </a:ext>
            </a:extLst>
          </p:cNvPr>
          <p:cNvSpPr/>
          <p:nvPr/>
        </p:nvSpPr>
        <p:spPr>
          <a:xfrm>
            <a:off x="4425766" y="1507939"/>
            <a:ext cx="2953575"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s-MX" sz="135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 2. Gestión de Dispositivos (Microsoft Intune – MDM)</a:t>
            </a:r>
          </a:p>
        </p:txBody>
      </p:sp>
      <p:sp>
        <p:nvSpPr>
          <p:cNvPr id="23" name="Shape 34">
            <a:extLst>
              <a:ext uri="{FF2B5EF4-FFF2-40B4-BE49-F238E27FC236}">
                <a16:creationId xmlns:a16="http://schemas.microsoft.com/office/drawing/2014/main" id="{5FD301A9-60B0-3EBA-C495-4B8E1A5E16A9}"/>
              </a:ext>
            </a:extLst>
          </p:cNvPr>
          <p:cNvSpPr/>
          <p:nvPr/>
        </p:nvSpPr>
        <p:spPr>
          <a:xfrm>
            <a:off x="7766400" y="1387759"/>
            <a:ext cx="3698081" cy="4354856"/>
          </a:xfrm>
          <a:custGeom>
            <a:avLst/>
            <a:gdLst/>
            <a:ahLst/>
            <a:cxnLst/>
            <a:rect l="l" t="t" r="r" b="b"/>
            <a:pathLst>
              <a:path w="3698081" h="2259806">
                <a:moveTo>
                  <a:pt x="76201" y="0"/>
                </a:moveTo>
                <a:lnTo>
                  <a:pt x="3621881" y="0"/>
                </a:lnTo>
                <a:cubicBezTo>
                  <a:pt x="3663965" y="0"/>
                  <a:pt x="3698081" y="34116"/>
                  <a:pt x="3698081" y="76201"/>
                </a:cubicBezTo>
                <a:lnTo>
                  <a:pt x="3698081" y="2183606"/>
                </a:lnTo>
                <a:cubicBezTo>
                  <a:pt x="3698081" y="2225690"/>
                  <a:pt x="3663965" y="2259806"/>
                  <a:pt x="3621881" y="2259806"/>
                </a:cubicBezTo>
                <a:lnTo>
                  <a:pt x="76201" y="2259806"/>
                </a:lnTo>
                <a:cubicBezTo>
                  <a:pt x="34116" y="2259806"/>
                  <a:pt x="0" y="2225690"/>
                  <a:pt x="0" y="2183606"/>
                </a:cubicBezTo>
                <a:lnTo>
                  <a:pt x="0" y="76201"/>
                </a:lnTo>
                <a:cubicBezTo>
                  <a:pt x="0" y="34116"/>
                  <a:pt x="34116" y="0"/>
                  <a:pt x="76201" y="0"/>
                </a:cubicBezTo>
                <a:close/>
              </a:path>
            </a:pathLst>
          </a:custGeom>
          <a:solidFill>
            <a:srgbClr val="FFFFFF"/>
          </a:solidFill>
          <a:ln w="15875">
            <a:solidFill>
              <a:srgbClr val="4394A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5" name="Shape 35">
            <a:extLst>
              <a:ext uri="{FF2B5EF4-FFF2-40B4-BE49-F238E27FC236}">
                <a16:creationId xmlns:a16="http://schemas.microsoft.com/office/drawing/2014/main" id="{2E9C8001-2126-F115-7DE4-5CBA018166D1}"/>
              </a:ext>
            </a:extLst>
          </p:cNvPr>
          <p:cNvSpPr/>
          <p:nvPr/>
        </p:nvSpPr>
        <p:spPr>
          <a:xfrm>
            <a:off x="7772353" y="1393713"/>
            <a:ext cx="3686175" cy="495300"/>
          </a:xfrm>
          <a:custGeom>
            <a:avLst/>
            <a:gdLst/>
            <a:ahLst/>
            <a:cxnLst/>
            <a:rect l="l" t="t" r="r" b="b"/>
            <a:pathLst>
              <a:path w="3686175" h="495300">
                <a:moveTo>
                  <a:pt x="0" y="0"/>
                </a:moveTo>
                <a:lnTo>
                  <a:pt x="3686175" y="0"/>
                </a:lnTo>
                <a:lnTo>
                  <a:pt x="3686175" y="495300"/>
                </a:lnTo>
                <a:lnTo>
                  <a:pt x="0" y="495300"/>
                </a:lnTo>
                <a:lnTo>
                  <a:pt x="0" y="0"/>
                </a:lnTo>
                <a:close/>
              </a:path>
            </a:pathLst>
          </a:custGeom>
          <a:solidFill>
            <a:srgbClr val="4394A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7" name="Shape 36">
            <a:extLst>
              <a:ext uri="{FF2B5EF4-FFF2-40B4-BE49-F238E27FC236}">
                <a16:creationId xmlns:a16="http://schemas.microsoft.com/office/drawing/2014/main" id="{7E0DACFA-027F-7E10-82FD-1BB6BEC87657}"/>
              </a:ext>
            </a:extLst>
          </p:cNvPr>
          <p:cNvSpPr/>
          <p:nvPr/>
        </p:nvSpPr>
        <p:spPr>
          <a:xfrm>
            <a:off x="7886579" y="1526914"/>
            <a:ext cx="285750" cy="228600"/>
          </a:xfrm>
          <a:custGeom>
            <a:avLst/>
            <a:gdLst/>
            <a:ahLst/>
            <a:cxnLst/>
            <a:rect l="l" t="t" r="r" b="b"/>
            <a:pathLst>
              <a:path w="285750" h="228600">
                <a:moveTo>
                  <a:pt x="28575" y="42863"/>
                </a:moveTo>
                <a:cubicBezTo>
                  <a:pt x="28575" y="27102"/>
                  <a:pt x="41389" y="14288"/>
                  <a:pt x="57150" y="14288"/>
                </a:cubicBezTo>
                <a:lnTo>
                  <a:pt x="228600" y="14288"/>
                </a:lnTo>
                <a:cubicBezTo>
                  <a:pt x="244361" y="14288"/>
                  <a:pt x="257175" y="27102"/>
                  <a:pt x="257175" y="42863"/>
                </a:cubicBezTo>
                <a:lnTo>
                  <a:pt x="257175" y="150019"/>
                </a:lnTo>
                <a:lnTo>
                  <a:pt x="228600" y="150019"/>
                </a:lnTo>
                <a:lnTo>
                  <a:pt x="228600" y="42863"/>
                </a:lnTo>
                <a:lnTo>
                  <a:pt x="57150" y="42863"/>
                </a:lnTo>
                <a:lnTo>
                  <a:pt x="57150" y="150019"/>
                </a:lnTo>
                <a:lnTo>
                  <a:pt x="28575" y="150019"/>
                </a:lnTo>
                <a:lnTo>
                  <a:pt x="28575" y="42863"/>
                </a:lnTo>
                <a:close/>
                <a:moveTo>
                  <a:pt x="0" y="180023"/>
                </a:moveTo>
                <a:cubicBezTo>
                  <a:pt x="0" y="175290"/>
                  <a:pt x="3840" y="171450"/>
                  <a:pt x="8573" y="171450"/>
                </a:cubicBezTo>
                <a:lnTo>
                  <a:pt x="277178" y="171450"/>
                </a:lnTo>
                <a:cubicBezTo>
                  <a:pt x="281910" y="171450"/>
                  <a:pt x="285750" y="175290"/>
                  <a:pt x="285750" y="180023"/>
                </a:cubicBezTo>
                <a:cubicBezTo>
                  <a:pt x="285750" y="198953"/>
                  <a:pt x="270391" y="214313"/>
                  <a:pt x="251460" y="214313"/>
                </a:cubicBezTo>
                <a:lnTo>
                  <a:pt x="34290" y="214313"/>
                </a:lnTo>
                <a:cubicBezTo>
                  <a:pt x="15359" y="214313"/>
                  <a:pt x="0" y="198953"/>
                  <a:pt x="0" y="180023"/>
                </a:cubicBezTo>
                <a:close/>
                <a:moveTo>
                  <a:pt x="125462" y="93315"/>
                </a:moveTo>
                <a:lnTo>
                  <a:pt x="111621" y="107156"/>
                </a:lnTo>
                <a:lnTo>
                  <a:pt x="125462" y="120997"/>
                </a:lnTo>
                <a:cubicBezTo>
                  <a:pt x="129659" y="125194"/>
                  <a:pt x="129659" y="131981"/>
                  <a:pt x="125462" y="136133"/>
                </a:cubicBezTo>
                <a:cubicBezTo>
                  <a:pt x="121265" y="140285"/>
                  <a:pt x="114479" y="140330"/>
                  <a:pt x="110326" y="136133"/>
                </a:cubicBezTo>
                <a:lnTo>
                  <a:pt x="88895" y="114702"/>
                </a:lnTo>
                <a:cubicBezTo>
                  <a:pt x="84698" y="110505"/>
                  <a:pt x="84698" y="103718"/>
                  <a:pt x="88895" y="99566"/>
                </a:cubicBezTo>
                <a:lnTo>
                  <a:pt x="110326" y="78135"/>
                </a:lnTo>
                <a:cubicBezTo>
                  <a:pt x="114523" y="73938"/>
                  <a:pt x="121310" y="73938"/>
                  <a:pt x="125462" y="78135"/>
                </a:cubicBezTo>
                <a:cubicBezTo>
                  <a:pt x="129614" y="82332"/>
                  <a:pt x="129659" y="89118"/>
                  <a:pt x="125462" y="93271"/>
                </a:cubicBezTo>
                <a:close/>
                <a:moveTo>
                  <a:pt x="175468" y="78135"/>
                </a:moveTo>
                <a:lnTo>
                  <a:pt x="196900" y="99566"/>
                </a:lnTo>
                <a:cubicBezTo>
                  <a:pt x="201097" y="103763"/>
                  <a:pt x="201097" y="110550"/>
                  <a:pt x="196900" y="114702"/>
                </a:cubicBezTo>
                <a:lnTo>
                  <a:pt x="175468" y="136133"/>
                </a:lnTo>
                <a:cubicBezTo>
                  <a:pt x="171271" y="140330"/>
                  <a:pt x="164485" y="140330"/>
                  <a:pt x="160333" y="136133"/>
                </a:cubicBezTo>
                <a:cubicBezTo>
                  <a:pt x="156180" y="131936"/>
                  <a:pt x="156136" y="125150"/>
                  <a:pt x="160333" y="120997"/>
                </a:cubicBezTo>
                <a:lnTo>
                  <a:pt x="174174" y="107156"/>
                </a:lnTo>
                <a:lnTo>
                  <a:pt x="160333" y="93315"/>
                </a:lnTo>
                <a:cubicBezTo>
                  <a:pt x="156136" y="89118"/>
                  <a:pt x="156136" y="82332"/>
                  <a:pt x="160333" y="78179"/>
                </a:cubicBezTo>
                <a:cubicBezTo>
                  <a:pt x="164529" y="74027"/>
                  <a:pt x="171316" y="73982"/>
                  <a:pt x="175468" y="78179"/>
                </a:cubicBez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9" name="Text 37">
            <a:extLst>
              <a:ext uri="{FF2B5EF4-FFF2-40B4-BE49-F238E27FC236}">
                <a16:creationId xmlns:a16="http://schemas.microsoft.com/office/drawing/2014/main" id="{E76BAD73-BA27-F4ED-99EE-3DFFAF84015C}"/>
              </a:ext>
            </a:extLst>
          </p:cNvPr>
          <p:cNvSpPr/>
          <p:nvPr/>
        </p:nvSpPr>
        <p:spPr>
          <a:xfrm>
            <a:off x="8286555" y="1507939"/>
            <a:ext cx="2977256"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s-MX" sz="135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 3. Protección de Aplicaciones (Microsoft Intune – MAM)</a:t>
            </a:r>
            <a:endParaRPr kumimoji="0" lang="nn-NO" sz="135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endParaRPr>
          </a:p>
        </p:txBody>
      </p:sp>
      <p:sp>
        <p:nvSpPr>
          <p:cNvPr id="31" name="Text 7">
            <a:extLst>
              <a:ext uri="{FF2B5EF4-FFF2-40B4-BE49-F238E27FC236}">
                <a16:creationId xmlns:a16="http://schemas.microsoft.com/office/drawing/2014/main" id="{56048318-D477-2B05-3440-D9DA614206AD}"/>
              </a:ext>
            </a:extLst>
          </p:cNvPr>
          <p:cNvSpPr/>
          <p:nvPr/>
        </p:nvSpPr>
        <p:spPr>
          <a:xfrm>
            <a:off x="4019845" y="1983669"/>
            <a:ext cx="3488741" cy="3606434"/>
          </a:xfrm>
          <a:prstGeom prst="rect">
            <a:avLst/>
          </a:prstGeom>
          <a:noFill/>
          <a:ln/>
        </p:spPr>
        <p:txBody>
          <a:bodyPr wrap="square" lIns="0" tIns="0" rIns="0" bIns="0" rtlCol="0" anchor="ct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Definición de estrategia de administración de dispositivos corporativos.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Microsoft Intune como plataforma de Mobile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Device</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Management (MDM).</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enrolamiento para dispositivos Windows, macOS, iOS y Android.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inscripción automática mediante Microsoft Entra ID.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Windows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Autopilot</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para aprovisionamiento automatizado de equipos Windows.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Creación de perfiles de configuración para dispositivos administrados.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políticas de cumplimiento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Compliance</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Policies</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Habilitación de capacidades de bloqueo remoto, borrado remoto y retiro de información corporativa.</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Pruebas piloto y validación de dispositivos administrados.</a:t>
            </a:r>
          </a:p>
        </p:txBody>
      </p:sp>
      <p:sp>
        <p:nvSpPr>
          <p:cNvPr id="33" name="Text 7">
            <a:extLst>
              <a:ext uri="{FF2B5EF4-FFF2-40B4-BE49-F238E27FC236}">
                <a16:creationId xmlns:a16="http://schemas.microsoft.com/office/drawing/2014/main" id="{29B1AA21-83FB-79B8-3EEF-B51002B71B0A}"/>
              </a:ext>
            </a:extLst>
          </p:cNvPr>
          <p:cNvSpPr/>
          <p:nvPr/>
        </p:nvSpPr>
        <p:spPr>
          <a:xfrm>
            <a:off x="7871069" y="1988212"/>
            <a:ext cx="3488741" cy="3110731"/>
          </a:xfrm>
          <a:prstGeom prst="rect">
            <a:avLst/>
          </a:prstGeom>
          <a:noFill/>
          <a:ln/>
        </p:spPr>
        <p:txBody>
          <a:bodyPr wrap="square" lIns="0" tIns="0" rIns="0" bIns="0" rtlCol="0" anchor="ct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Definición de estrategia BYOD para acceso seguro desde dispositivos personales.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Identificación de aplicaciones Microsoft 365 incluidas en el alcance.</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políticas de Mobile </a:t>
            </a:r>
            <a:r>
              <a:rPr kumimoji="0" lang="es-MX" sz="110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Application</a:t>
            </a: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Management (MAM).</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Implementación de controles de acceso a aplicaciones corporativas sin enrolamiento del dispositivo.</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restricciones de copia, corte y pegado entre aplicaciones corporativas y personales.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Implementación de controles de protección de datos corporativos.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borrado selectivo de información empresarial.</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Ejecución de pruebas de acceso y protección de aplicaciones.</a:t>
            </a:r>
          </a:p>
        </p:txBody>
      </p:sp>
      <p:sp>
        <p:nvSpPr>
          <p:cNvPr id="35" name="Flecha: a la derecha 34">
            <a:extLst>
              <a:ext uri="{FF2B5EF4-FFF2-40B4-BE49-F238E27FC236}">
                <a16:creationId xmlns:a16="http://schemas.microsoft.com/office/drawing/2014/main" id="{AC9681F8-8661-541B-9129-1A2C34E9D205}"/>
              </a:ext>
            </a:extLst>
          </p:cNvPr>
          <p:cNvSpPr/>
          <p:nvPr/>
        </p:nvSpPr>
        <p:spPr>
          <a:xfrm>
            <a:off x="69585" y="5742615"/>
            <a:ext cx="11331282" cy="5655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a:ln>
                  <a:noFill/>
                </a:ln>
                <a:solidFill>
                  <a:srgbClr val="FFFFFF"/>
                </a:solidFill>
                <a:effectLst/>
                <a:uLnTx/>
                <a:uFillTx/>
                <a:latin typeface="Calibri" panose="020F0502020204030204"/>
                <a:ea typeface="+mn-ea"/>
                <a:cs typeface="+mn-cs"/>
              </a:rPr>
              <a:t>Project Management</a:t>
            </a:r>
          </a:p>
        </p:txBody>
      </p:sp>
    </p:spTree>
    <p:extLst>
      <p:ext uri="{BB962C8B-B14F-4D97-AF65-F5344CB8AC3E}">
        <p14:creationId xmlns:p14="http://schemas.microsoft.com/office/powerpoint/2010/main" val="147329450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C42F1-F2AC-D7F8-CEA0-3A3683CC6153}"/>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D388653F-EA24-0BD9-ADBF-D152BEB81E3A}"/>
              </a:ext>
            </a:extLst>
          </p:cNvPr>
          <p:cNvGrpSpPr/>
          <p:nvPr/>
        </p:nvGrpSpPr>
        <p:grpSpPr>
          <a:xfrm>
            <a:off x="0" y="0"/>
            <a:ext cx="12191999" cy="941265"/>
            <a:chOff x="1" y="0"/>
            <a:chExt cx="11511844" cy="941265"/>
          </a:xfrm>
        </p:grpSpPr>
        <p:sp>
          <p:nvSpPr>
            <p:cNvPr id="48" name="Rectangle 1">
              <a:extLst>
                <a:ext uri="{FF2B5EF4-FFF2-40B4-BE49-F238E27FC236}">
                  <a16:creationId xmlns:a16="http://schemas.microsoft.com/office/drawing/2014/main" id="{B5715AF4-8958-F1AF-A0F4-8A8859BEAA71}"/>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26CF6BAA-18E0-84FD-F808-54623ABECE52}"/>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4888AE39-B044-5DAE-9A77-5C59DE7F6D86}"/>
              </a:ext>
            </a:extLst>
          </p:cNvPr>
          <p:cNvSpPr/>
          <p:nvPr/>
        </p:nvSpPr>
        <p:spPr>
          <a:xfrm>
            <a:off x="193322" y="286887"/>
            <a:ext cx="11658600"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s-MX" sz="2800" b="0" i="0" u="none" strike="noStrike" kern="1200" cap="none" spc="0" normalizeH="0" baseline="0" noProof="0">
                <a:ln>
                  <a:noFill/>
                </a:ln>
                <a:solidFill>
                  <a:srgbClr val="FFFFFF"/>
                </a:solidFill>
                <a:effectLst/>
                <a:uLnTx/>
                <a:uFillTx/>
                <a:latin typeface="Segoe UI Semilight" panose="020B0402040204020203" pitchFamily="34" charset="0"/>
                <a:ea typeface="Noto Sans SC" pitchFamily="34" charset="-122"/>
                <a:cs typeface="Segoe UI Semilight" panose="020B0402040204020203" pitchFamily="34" charset="0"/>
              </a:rPr>
              <a:t>Alcances del Proyecto</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 name="Shape 2">
            <a:extLst>
              <a:ext uri="{FF2B5EF4-FFF2-40B4-BE49-F238E27FC236}">
                <a16:creationId xmlns:a16="http://schemas.microsoft.com/office/drawing/2014/main" id="{CE1EDC2F-D4DB-A929-0C94-24B5FC85410E}"/>
              </a:ext>
            </a:extLst>
          </p:cNvPr>
          <p:cNvSpPr/>
          <p:nvPr/>
        </p:nvSpPr>
        <p:spPr>
          <a:xfrm>
            <a:off x="26896" y="1031143"/>
            <a:ext cx="2820919" cy="4339462"/>
          </a:xfrm>
          <a:custGeom>
            <a:avLst/>
            <a:gdLst/>
            <a:ahLst/>
            <a:cxnLst/>
            <a:rect l="l" t="t" r="r" b="b"/>
            <a:pathLst>
              <a:path w="3698081" h="2259806">
                <a:moveTo>
                  <a:pt x="76201" y="0"/>
                </a:moveTo>
                <a:lnTo>
                  <a:pt x="3621881" y="0"/>
                </a:lnTo>
                <a:cubicBezTo>
                  <a:pt x="3663965" y="0"/>
                  <a:pt x="3698081" y="34116"/>
                  <a:pt x="3698081" y="76201"/>
                </a:cubicBezTo>
                <a:lnTo>
                  <a:pt x="3698081" y="2183606"/>
                </a:lnTo>
                <a:cubicBezTo>
                  <a:pt x="3698081" y="2225690"/>
                  <a:pt x="3663965" y="2259806"/>
                  <a:pt x="3621881" y="2259806"/>
                </a:cubicBezTo>
                <a:lnTo>
                  <a:pt x="76201" y="2259806"/>
                </a:lnTo>
                <a:cubicBezTo>
                  <a:pt x="34116" y="2259806"/>
                  <a:pt x="0" y="2225690"/>
                  <a:pt x="0" y="2183606"/>
                </a:cubicBezTo>
                <a:lnTo>
                  <a:pt x="0" y="76201"/>
                </a:lnTo>
                <a:cubicBezTo>
                  <a:pt x="0" y="34116"/>
                  <a:pt x="34116" y="0"/>
                  <a:pt x="76201" y="0"/>
                </a:cubicBezTo>
                <a:close/>
              </a:path>
            </a:pathLst>
          </a:custGeom>
          <a:solidFill>
            <a:srgbClr val="FFFFFF"/>
          </a:solidFill>
          <a:ln w="15875">
            <a:solidFill>
              <a:srgbClr val="1D365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7" name="Shape 3">
            <a:extLst>
              <a:ext uri="{FF2B5EF4-FFF2-40B4-BE49-F238E27FC236}">
                <a16:creationId xmlns:a16="http://schemas.microsoft.com/office/drawing/2014/main" id="{17E15B82-E9E8-BCFC-A7C1-B772DB1A3E15}"/>
              </a:ext>
            </a:extLst>
          </p:cNvPr>
          <p:cNvSpPr/>
          <p:nvPr/>
        </p:nvSpPr>
        <p:spPr>
          <a:xfrm>
            <a:off x="32849" y="1037097"/>
            <a:ext cx="2811837" cy="510178"/>
          </a:xfrm>
          <a:custGeom>
            <a:avLst/>
            <a:gdLst/>
            <a:ahLst/>
            <a:cxnLst/>
            <a:rect l="l" t="t" r="r" b="b"/>
            <a:pathLst>
              <a:path w="3686175" h="495300">
                <a:moveTo>
                  <a:pt x="0" y="0"/>
                </a:moveTo>
                <a:lnTo>
                  <a:pt x="3686175" y="0"/>
                </a:lnTo>
                <a:lnTo>
                  <a:pt x="3686175" y="495300"/>
                </a:lnTo>
                <a:lnTo>
                  <a:pt x="0" y="495300"/>
                </a:lnTo>
                <a:lnTo>
                  <a:pt x="0" y="0"/>
                </a:lnTo>
                <a:close/>
              </a:path>
            </a:pathLst>
          </a:custGeom>
          <a:solidFill>
            <a:srgbClr val="1D365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9" name="Shape 4">
            <a:extLst>
              <a:ext uri="{FF2B5EF4-FFF2-40B4-BE49-F238E27FC236}">
                <a16:creationId xmlns:a16="http://schemas.microsoft.com/office/drawing/2014/main" id="{470CB0B9-6551-D852-FDF7-6D6228DAF3E5}"/>
              </a:ext>
            </a:extLst>
          </p:cNvPr>
          <p:cNvSpPr/>
          <p:nvPr/>
        </p:nvSpPr>
        <p:spPr>
          <a:xfrm>
            <a:off x="204224" y="1170298"/>
            <a:ext cx="130783" cy="228600"/>
          </a:xfrm>
          <a:custGeom>
            <a:avLst/>
            <a:gdLst/>
            <a:ahLst/>
            <a:cxnLst/>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71438" y="157163"/>
                </a:moveTo>
                <a:lnTo>
                  <a:pt x="100013" y="157163"/>
                </a:lnTo>
                <a:cubicBezTo>
                  <a:pt x="119747" y="157163"/>
                  <a:pt x="135731" y="173147"/>
                  <a:pt x="135731" y="192881"/>
                </a:cubicBezTo>
                <a:cubicBezTo>
                  <a:pt x="135731" y="196810"/>
                  <a:pt x="132517" y="200025"/>
                  <a:pt x="128588" y="200025"/>
                </a:cubicBezTo>
                <a:lnTo>
                  <a:pt x="42863" y="200025"/>
                </a:lnTo>
                <a:cubicBezTo>
                  <a:pt x="38933" y="200025"/>
                  <a:pt x="35719" y="196810"/>
                  <a:pt x="35719" y="192881"/>
                </a:cubicBezTo>
                <a:cubicBezTo>
                  <a:pt x="35719" y="173147"/>
                  <a:pt x="51703" y="157163"/>
                  <a:pt x="71438" y="157163"/>
                </a:cubicBezTo>
                <a:close/>
                <a:moveTo>
                  <a:pt x="60722" y="114300"/>
                </a:moveTo>
                <a:cubicBezTo>
                  <a:pt x="60722" y="100500"/>
                  <a:pt x="71925" y="89297"/>
                  <a:pt x="85725" y="89297"/>
                </a:cubicBezTo>
                <a:cubicBezTo>
                  <a:pt x="99525" y="89297"/>
                  <a:pt x="110728" y="100500"/>
                  <a:pt x="110728" y="114300"/>
                </a:cubicBezTo>
                <a:cubicBezTo>
                  <a:pt x="110728" y="128100"/>
                  <a:pt x="99525" y="139303"/>
                  <a:pt x="85725" y="139303"/>
                </a:cubicBezTo>
                <a:cubicBezTo>
                  <a:pt x="71925" y="139303"/>
                  <a:pt x="60722" y="128100"/>
                  <a:pt x="60722" y="114300"/>
                </a:cubicBezTo>
                <a:close/>
                <a:moveTo>
                  <a:pt x="67866" y="28575"/>
                </a:moveTo>
                <a:lnTo>
                  <a:pt x="103584" y="28575"/>
                </a:lnTo>
                <a:cubicBezTo>
                  <a:pt x="109523" y="28575"/>
                  <a:pt x="114300" y="33352"/>
                  <a:pt x="114300" y="39291"/>
                </a:cubicBezTo>
                <a:cubicBezTo>
                  <a:pt x="114300" y="45229"/>
                  <a:pt x="109523" y="50006"/>
                  <a:pt x="103584" y="50006"/>
                </a:cubicBezTo>
                <a:lnTo>
                  <a:pt x="67866" y="50006"/>
                </a:lnTo>
                <a:cubicBezTo>
                  <a:pt x="61927" y="50006"/>
                  <a:pt x="57150" y="45229"/>
                  <a:pt x="57150" y="39291"/>
                </a:cubicBezTo>
                <a:cubicBezTo>
                  <a:pt x="57150" y="33352"/>
                  <a:pt x="61927" y="28575"/>
                  <a:pt x="67866" y="28575"/>
                </a:cubicBez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1" name="Text 5">
            <a:extLst>
              <a:ext uri="{FF2B5EF4-FFF2-40B4-BE49-F238E27FC236}">
                <a16:creationId xmlns:a16="http://schemas.microsoft.com/office/drawing/2014/main" id="{526BDA7E-362A-31B4-45FD-99DD7E9D4DE9}"/>
              </a:ext>
            </a:extLst>
          </p:cNvPr>
          <p:cNvSpPr/>
          <p:nvPr/>
        </p:nvSpPr>
        <p:spPr>
          <a:xfrm>
            <a:off x="547048" y="1151323"/>
            <a:ext cx="2399725"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 4. Seguridad de Endpoints (Microsoft Defender </a:t>
            </a:r>
            <a:r>
              <a:rPr kumimoji="0" lang="es-MX" sz="1200" b="0" i="0" u="none" strike="noStrike" kern="1200" cap="none" spc="0" normalizeH="0" baseline="0" noProof="0" err="1">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for</a:t>
            </a:r>
            <a:r>
              <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 Business)</a:t>
            </a:r>
          </a:p>
        </p:txBody>
      </p:sp>
      <p:sp>
        <p:nvSpPr>
          <p:cNvPr id="13" name="Text 7">
            <a:extLst>
              <a:ext uri="{FF2B5EF4-FFF2-40B4-BE49-F238E27FC236}">
                <a16:creationId xmlns:a16="http://schemas.microsoft.com/office/drawing/2014/main" id="{369C7FC4-AEBC-E73F-0243-725CD1DA1703}"/>
              </a:ext>
            </a:extLst>
          </p:cNvPr>
          <p:cNvSpPr/>
          <p:nvPr/>
        </p:nvSpPr>
        <p:spPr>
          <a:xfrm>
            <a:off x="107599" y="1470495"/>
            <a:ext cx="2734940" cy="3915504"/>
          </a:xfrm>
          <a:prstGeom prst="rect">
            <a:avLst/>
          </a:prstGeom>
          <a:noFill/>
          <a:ln/>
        </p:spPr>
        <p:txBody>
          <a:bodyPr wrap="square" lIns="0" tIns="0" rIns="0" bIns="0" rtlCol="0" anchor="ct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inicial de Microsoft Defender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for</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Business.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Definición de la estrategia de incorporación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Onboarding</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de dispositivos.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Incorporación de dispositivos a Microsoft Defender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for</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Business.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Microsoft Defender Antivirus.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Habilitación de protección basada en la nube y protección en tiempo real.</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capacidades EDR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Endpoint</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Detection</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and Response).</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reglas de reducción de superficie de ataque (ASR).</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administración de vulnerabilidades (Threat &amp;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Vulnerability</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Management).</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Validación de alertas, incidentes y capacidades de respuesta automatizada.</a:t>
            </a:r>
          </a:p>
        </p:txBody>
      </p:sp>
      <p:sp>
        <p:nvSpPr>
          <p:cNvPr id="15" name="Shape 18">
            <a:extLst>
              <a:ext uri="{FF2B5EF4-FFF2-40B4-BE49-F238E27FC236}">
                <a16:creationId xmlns:a16="http://schemas.microsoft.com/office/drawing/2014/main" id="{84BBB3BF-773E-B429-97E4-BA1D52D5282C}"/>
              </a:ext>
            </a:extLst>
          </p:cNvPr>
          <p:cNvSpPr/>
          <p:nvPr/>
        </p:nvSpPr>
        <p:spPr>
          <a:xfrm>
            <a:off x="2900310" y="1031142"/>
            <a:ext cx="2820919" cy="4339463"/>
          </a:xfrm>
          <a:custGeom>
            <a:avLst/>
            <a:gdLst/>
            <a:ahLst/>
            <a:cxnLst/>
            <a:rect l="l" t="t" r="r" b="b"/>
            <a:pathLst>
              <a:path w="3698081" h="2259806">
                <a:moveTo>
                  <a:pt x="76201" y="0"/>
                </a:moveTo>
                <a:lnTo>
                  <a:pt x="3621881" y="0"/>
                </a:lnTo>
                <a:cubicBezTo>
                  <a:pt x="3663965" y="0"/>
                  <a:pt x="3698081" y="34116"/>
                  <a:pt x="3698081" y="76201"/>
                </a:cubicBezTo>
                <a:lnTo>
                  <a:pt x="3698081" y="2183606"/>
                </a:lnTo>
                <a:cubicBezTo>
                  <a:pt x="3698081" y="2225690"/>
                  <a:pt x="3663965" y="2259806"/>
                  <a:pt x="3621881" y="2259806"/>
                </a:cubicBezTo>
                <a:lnTo>
                  <a:pt x="76201" y="2259806"/>
                </a:lnTo>
                <a:cubicBezTo>
                  <a:pt x="34116" y="2259806"/>
                  <a:pt x="0" y="2225690"/>
                  <a:pt x="0" y="2183606"/>
                </a:cubicBezTo>
                <a:lnTo>
                  <a:pt x="0" y="76201"/>
                </a:lnTo>
                <a:cubicBezTo>
                  <a:pt x="0" y="34116"/>
                  <a:pt x="34116" y="0"/>
                  <a:pt x="76201" y="0"/>
                </a:cubicBezTo>
                <a:close/>
              </a:path>
            </a:pathLst>
          </a:custGeom>
          <a:solidFill>
            <a:srgbClr val="FFFFFF"/>
          </a:solidFill>
          <a:ln w="15875">
            <a:solidFill>
              <a:srgbClr val="2C5CA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7" name="Shape 19">
            <a:extLst>
              <a:ext uri="{FF2B5EF4-FFF2-40B4-BE49-F238E27FC236}">
                <a16:creationId xmlns:a16="http://schemas.microsoft.com/office/drawing/2014/main" id="{5C78543E-D702-495A-DFEF-79CBDA30D8DE}"/>
              </a:ext>
            </a:extLst>
          </p:cNvPr>
          <p:cNvSpPr/>
          <p:nvPr/>
        </p:nvSpPr>
        <p:spPr>
          <a:xfrm>
            <a:off x="2906263" y="1037097"/>
            <a:ext cx="2811837" cy="510178"/>
          </a:xfrm>
          <a:custGeom>
            <a:avLst/>
            <a:gdLst/>
            <a:ahLst/>
            <a:cxnLst/>
            <a:rect l="l" t="t" r="r" b="b"/>
            <a:pathLst>
              <a:path w="3686175" h="495300">
                <a:moveTo>
                  <a:pt x="0" y="0"/>
                </a:moveTo>
                <a:lnTo>
                  <a:pt x="3686175" y="0"/>
                </a:lnTo>
                <a:lnTo>
                  <a:pt x="3686175" y="495300"/>
                </a:lnTo>
                <a:lnTo>
                  <a:pt x="0" y="495300"/>
                </a:lnTo>
                <a:lnTo>
                  <a:pt x="0" y="0"/>
                </a:lnTo>
                <a:close/>
              </a:path>
            </a:pathLst>
          </a:custGeom>
          <a:solidFill>
            <a:srgbClr val="2C5C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9" name="Shape 20">
            <a:extLst>
              <a:ext uri="{FF2B5EF4-FFF2-40B4-BE49-F238E27FC236}">
                <a16:creationId xmlns:a16="http://schemas.microsoft.com/office/drawing/2014/main" id="{D6BC3986-4CD1-375A-1E44-1EEDBDF11033}"/>
              </a:ext>
            </a:extLst>
          </p:cNvPr>
          <p:cNvSpPr/>
          <p:nvPr/>
        </p:nvSpPr>
        <p:spPr>
          <a:xfrm>
            <a:off x="3034775" y="1170298"/>
            <a:ext cx="196175" cy="228600"/>
          </a:xfrm>
          <a:custGeom>
            <a:avLst/>
            <a:gdLst/>
            <a:ahLst/>
            <a:cxnLst/>
            <a:rect l="l" t="t" r="r" b="b"/>
            <a:pathLst>
              <a:path w="257175" h="228600">
                <a:moveTo>
                  <a:pt x="128588" y="15136"/>
                </a:moveTo>
                <a:lnTo>
                  <a:pt x="43041" y="78492"/>
                </a:lnTo>
                <a:lnTo>
                  <a:pt x="113630" y="130820"/>
                </a:lnTo>
                <a:cubicBezTo>
                  <a:pt x="115997" y="132561"/>
                  <a:pt x="118631" y="133901"/>
                  <a:pt x="121444" y="134704"/>
                </a:cubicBezTo>
                <a:lnTo>
                  <a:pt x="121444" y="207169"/>
                </a:lnTo>
                <a:cubicBezTo>
                  <a:pt x="121444" y="209624"/>
                  <a:pt x="121667" y="211991"/>
                  <a:pt x="122024" y="214313"/>
                </a:cubicBezTo>
                <a:lnTo>
                  <a:pt x="42863" y="214313"/>
                </a:lnTo>
                <a:cubicBezTo>
                  <a:pt x="27102" y="214313"/>
                  <a:pt x="14288" y="201498"/>
                  <a:pt x="14288" y="185738"/>
                </a:cubicBezTo>
                <a:lnTo>
                  <a:pt x="14288" y="78626"/>
                </a:lnTo>
                <a:cubicBezTo>
                  <a:pt x="14288" y="69562"/>
                  <a:pt x="18574" y="61034"/>
                  <a:pt x="25851" y="55677"/>
                </a:cubicBezTo>
                <a:lnTo>
                  <a:pt x="113630" y="-9376"/>
                </a:lnTo>
                <a:cubicBezTo>
                  <a:pt x="117961" y="-12591"/>
                  <a:pt x="123185" y="-14287"/>
                  <a:pt x="128588" y="-14287"/>
                </a:cubicBezTo>
                <a:cubicBezTo>
                  <a:pt x="133990" y="-14287"/>
                  <a:pt x="139214" y="-12546"/>
                  <a:pt x="143545" y="-9376"/>
                </a:cubicBezTo>
                <a:lnTo>
                  <a:pt x="231324" y="55677"/>
                </a:lnTo>
                <a:cubicBezTo>
                  <a:pt x="234538" y="58043"/>
                  <a:pt x="237173" y="61034"/>
                  <a:pt x="239092" y="64428"/>
                </a:cubicBezTo>
                <a:cubicBezTo>
                  <a:pt x="237976" y="64338"/>
                  <a:pt x="236860" y="64294"/>
                  <a:pt x="235744" y="64294"/>
                </a:cubicBezTo>
                <a:lnTo>
                  <a:pt x="194935" y="64294"/>
                </a:lnTo>
                <a:lnTo>
                  <a:pt x="128588" y="15136"/>
                </a:lnTo>
                <a:close/>
                <a:moveTo>
                  <a:pt x="142875" y="107156"/>
                </a:moveTo>
                <a:cubicBezTo>
                  <a:pt x="142875" y="95324"/>
                  <a:pt x="152474" y="85725"/>
                  <a:pt x="164306" y="85725"/>
                </a:cubicBezTo>
                <a:lnTo>
                  <a:pt x="235744" y="85725"/>
                </a:lnTo>
                <a:cubicBezTo>
                  <a:pt x="247576" y="85725"/>
                  <a:pt x="257175" y="95324"/>
                  <a:pt x="257175" y="107156"/>
                </a:cubicBezTo>
                <a:lnTo>
                  <a:pt x="257175" y="207169"/>
                </a:lnTo>
                <a:cubicBezTo>
                  <a:pt x="257175" y="219001"/>
                  <a:pt x="247576" y="228600"/>
                  <a:pt x="235744" y="228600"/>
                </a:cubicBezTo>
                <a:lnTo>
                  <a:pt x="164306" y="228600"/>
                </a:lnTo>
                <a:cubicBezTo>
                  <a:pt x="152474" y="228600"/>
                  <a:pt x="142875" y="219001"/>
                  <a:pt x="142875" y="207169"/>
                </a:cubicBezTo>
                <a:lnTo>
                  <a:pt x="142875" y="107156"/>
                </a:lnTo>
                <a:close/>
                <a:moveTo>
                  <a:pt x="178594" y="114300"/>
                </a:moveTo>
                <a:cubicBezTo>
                  <a:pt x="172656" y="114300"/>
                  <a:pt x="167878" y="119077"/>
                  <a:pt x="167878" y="125016"/>
                </a:cubicBezTo>
                <a:cubicBezTo>
                  <a:pt x="167878" y="130954"/>
                  <a:pt x="172656" y="135731"/>
                  <a:pt x="178594" y="135731"/>
                </a:cubicBezTo>
                <a:lnTo>
                  <a:pt x="221456" y="135731"/>
                </a:lnTo>
                <a:cubicBezTo>
                  <a:pt x="227394" y="135731"/>
                  <a:pt x="232172" y="130954"/>
                  <a:pt x="232172" y="125016"/>
                </a:cubicBezTo>
                <a:cubicBezTo>
                  <a:pt x="232172" y="119077"/>
                  <a:pt x="227394" y="114300"/>
                  <a:pt x="221456" y="114300"/>
                </a:cubicBezTo>
                <a:lnTo>
                  <a:pt x="178594" y="114300"/>
                </a:lnTo>
                <a:close/>
                <a:moveTo>
                  <a:pt x="178594" y="157163"/>
                </a:moveTo>
                <a:cubicBezTo>
                  <a:pt x="172656" y="157163"/>
                  <a:pt x="167878" y="161940"/>
                  <a:pt x="167878" y="167878"/>
                </a:cubicBezTo>
                <a:cubicBezTo>
                  <a:pt x="167878" y="173816"/>
                  <a:pt x="172656" y="178594"/>
                  <a:pt x="178594" y="178594"/>
                </a:cubicBezTo>
                <a:lnTo>
                  <a:pt x="203597" y="178594"/>
                </a:lnTo>
                <a:cubicBezTo>
                  <a:pt x="209535" y="178594"/>
                  <a:pt x="214313" y="173816"/>
                  <a:pt x="214313" y="167878"/>
                </a:cubicBezTo>
                <a:cubicBezTo>
                  <a:pt x="214313" y="161940"/>
                  <a:pt x="209535" y="157163"/>
                  <a:pt x="203597" y="157163"/>
                </a:cubicBezTo>
                <a:lnTo>
                  <a:pt x="178594" y="157163"/>
                </a:ln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1" name="Text 21">
            <a:extLst>
              <a:ext uri="{FF2B5EF4-FFF2-40B4-BE49-F238E27FC236}">
                <a16:creationId xmlns:a16="http://schemas.microsoft.com/office/drawing/2014/main" id="{ACEC1BBB-5903-793C-969C-6730B289470F}"/>
              </a:ext>
            </a:extLst>
          </p:cNvPr>
          <p:cNvSpPr/>
          <p:nvPr/>
        </p:nvSpPr>
        <p:spPr>
          <a:xfrm>
            <a:off x="3420463" y="1151323"/>
            <a:ext cx="2253005"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 5. Seguridad de Correo y Colaboración (MDO Plan 1)</a:t>
            </a:r>
          </a:p>
        </p:txBody>
      </p:sp>
      <p:sp>
        <p:nvSpPr>
          <p:cNvPr id="23" name="Shape 34">
            <a:extLst>
              <a:ext uri="{FF2B5EF4-FFF2-40B4-BE49-F238E27FC236}">
                <a16:creationId xmlns:a16="http://schemas.microsoft.com/office/drawing/2014/main" id="{EFA9196F-EAB0-8CE1-9144-42942313048C}"/>
              </a:ext>
            </a:extLst>
          </p:cNvPr>
          <p:cNvSpPr/>
          <p:nvPr/>
        </p:nvSpPr>
        <p:spPr>
          <a:xfrm>
            <a:off x="5782685" y="1022178"/>
            <a:ext cx="2820919" cy="4354856"/>
          </a:xfrm>
          <a:custGeom>
            <a:avLst/>
            <a:gdLst/>
            <a:ahLst/>
            <a:cxnLst/>
            <a:rect l="l" t="t" r="r" b="b"/>
            <a:pathLst>
              <a:path w="3698081" h="2259806">
                <a:moveTo>
                  <a:pt x="76201" y="0"/>
                </a:moveTo>
                <a:lnTo>
                  <a:pt x="3621881" y="0"/>
                </a:lnTo>
                <a:cubicBezTo>
                  <a:pt x="3663965" y="0"/>
                  <a:pt x="3698081" y="34116"/>
                  <a:pt x="3698081" y="76201"/>
                </a:cubicBezTo>
                <a:lnTo>
                  <a:pt x="3698081" y="2183606"/>
                </a:lnTo>
                <a:cubicBezTo>
                  <a:pt x="3698081" y="2225690"/>
                  <a:pt x="3663965" y="2259806"/>
                  <a:pt x="3621881" y="2259806"/>
                </a:cubicBezTo>
                <a:lnTo>
                  <a:pt x="76201" y="2259806"/>
                </a:lnTo>
                <a:cubicBezTo>
                  <a:pt x="34116" y="2259806"/>
                  <a:pt x="0" y="2225690"/>
                  <a:pt x="0" y="2183606"/>
                </a:cubicBezTo>
                <a:lnTo>
                  <a:pt x="0" y="76201"/>
                </a:lnTo>
                <a:cubicBezTo>
                  <a:pt x="0" y="34116"/>
                  <a:pt x="34116" y="0"/>
                  <a:pt x="76201" y="0"/>
                </a:cubicBezTo>
                <a:close/>
              </a:path>
            </a:pathLst>
          </a:custGeom>
          <a:solidFill>
            <a:srgbClr val="FFFFFF"/>
          </a:solidFill>
          <a:ln w="15875">
            <a:solidFill>
              <a:srgbClr val="4394A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5" name="Shape 35">
            <a:extLst>
              <a:ext uri="{FF2B5EF4-FFF2-40B4-BE49-F238E27FC236}">
                <a16:creationId xmlns:a16="http://schemas.microsoft.com/office/drawing/2014/main" id="{07214E16-BF93-64E9-9D24-3FCBB32D1A2E}"/>
              </a:ext>
            </a:extLst>
          </p:cNvPr>
          <p:cNvSpPr/>
          <p:nvPr/>
        </p:nvSpPr>
        <p:spPr>
          <a:xfrm>
            <a:off x="5788638" y="1028132"/>
            <a:ext cx="2811837" cy="495300"/>
          </a:xfrm>
          <a:custGeom>
            <a:avLst/>
            <a:gdLst/>
            <a:ahLst/>
            <a:cxnLst/>
            <a:rect l="l" t="t" r="r" b="b"/>
            <a:pathLst>
              <a:path w="3686175" h="495300">
                <a:moveTo>
                  <a:pt x="0" y="0"/>
                </a:moveTo>
                <a:lnTo>
                  <a:pt x="3686175" y="0"/>
                </a:lnTo>
                <a:lnTo>
                  <a:pt x="3686175" y="495300"/>
                </a:lnTo>
                <a:lnTo>
                  <a:pt x="0" y="495300"/>
                </a:lnTo>
                <a:lnTo>
                  <a:pt x="0" y="0"/>
                </a:lnTo>
                <a:close/>
              </a:path>
            </a:pathLst>
          </a:custGeom>
          <a:solidFill>
            <a:srgbClr val="4394A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7" name="Shape 36">
            <a:extLst>
              <a:ext uri="{FF2B5EF4-FFF2-40B4-BE49-F238E27FC236}">
                <a16:creationId xmlns:a16="http://schemas.microsoft.com/office/drawing/2014/main" id="{4B26B0C2-3748-A55F-8323-61D398858F43}"/>
              </a:ext>
            </a:extLst>
          </p:cNvPr>
          <p:cNvSpPr/>
          <p:nvPr/>
        </p:nvSpPr>
        <p:spPr>
          <a:xfrm>
            <a:off x="5902863" y="1161333"/>
            <a:ext cx="217971" cy="228600"/>
          </a:xfrm>
          <a:custGeom>
            <a:avLst/>
            <a:gdLst/>
            <a:ahLst/>
            <a:cxnLst/>
            <a:rect l="l" t="t" r="r" b="b"/>
            <a:pathLst>
              <a:path w="285750" h="228600">
                <a:moveTo>
                  <a:pt x="28575" y="42863"/>
                </a:moveTo>
                <a:cubicBezTo>
                  <a:pt x="28575" y="27102"/>
                  <a:pt x="41389" y="14288"/>
                  <a:pt x="57150" y="14288"/>
                </a:cubicBezTo>
                <a:lnTo>
                  <a:pt x="228600" y="14288"/>
                </a:lnTo>
                <a:cubicBezTo>
                  <a:pt x="244361" y="14288"/>
                  <a:pt x="257175" y="27102"/>
                  <a:pt x="257175" y="42863"/>
                </a:cubicBezTo>
                <a:lnTo>
                  <a:pt x="257175" y="150019"/>
                </a:lnTo>
                <a:lnTo>
                  <a:pt x="228600" y="150019"/>
                </a:lnTo>
                <a:lnTo>
                  <a:pt x="228600" y="42863"/>
                </a:lnTo>
                <a:lnTo>
                  <a:pt x="57150" y="42863"/>
                </a:lnTo>
                <a:lnTo>
                  <a:pt x="57150" y="150019"/>
                </a:lnTo>
                <a:lnTo>
                  <a:pt x="28575" y="150019"/>
                </a:lnTo>
                <a:lnTo>
                  <a:pt x="28575" y="42863"/>
                </a:lnTo>
                <a:close/>
                <a:moveTo>
                  <a:pt x="0" y="180023"/>
                </a:moveTo>
                <a:cubicBezTo>
                  <a:pt x="0" y="175290"/>
                  <a:pt x="3840" y="171450"/>
                  <a:pt x="8573" y="171450"/>
                </a:cubicBezTo>
                <a:lnTo>
                  <a:pt x="277178" y="171450"/>
                </a:lnTo>
                <a:cubicBezTo>
                  <a:pt x="281910" y="171450"/>
                  <a:pt x="285750" y="175290"/>
                  <a:pt x="285750" y="180023"/>
                </a:cubicBezTo>
                <a:cubicBezTo>
                  <a:pt x="285750" y="198953"/>
                  <a:pt x="270391" y="214313"/>
                  <a:pt x="251460" y="214313"/>
                </a:cubicBezTo>
                <a:lnTo>
                  <a:pt x="34290" y="214313"/>
                </a:lnTo>
                <a:cubicBezTo>
                  <a:pt x="15359" y="214313"/>
                  <a:pt x="0" y="198953"/>
                  <a:pt x="0" y="180023"/>
                </a:cubicBezTo>
                <a:close/>
                <a:moveTo>
                  <a:pt x="125462" y="93315"/>
                </a:moveTo>
                <a:lnTo>
                  <a:pt x="111621" y="107156"/>
                </a:lnTo>
                <a:lnTo>
                  <a:pt x="125462" y="120997"/>
                </a:lnTo>
                <a:cubicBezTo>
                  <a:pt x="129659" y="125194"/>
                  <a:pt x="129659" y="131981"/>
                  <a:pt x="125462" y="136133"/>
                </a:cubicBezTo>
                <a:cubicBezTo>
                  <a:pt x="121265" y="140285"/>
                  <a:pt x="114479" y="140330"/>
                  <a:pt x="110326" y="136133"/>
                </a:cubicBezTo>
                <a:lnTo>
                  <a:pt x="88895" y="114702"/>
                </a:lnTo>
                <a:cubicBezTo>
                  <a:pt x="84698" y="110505"/>
                  <a:pt x="84698" y="103718"/>
                  <a:pt x="88895" y="99566"/>
                </a:cubicBezTo>
                <a:lnTo>
                  <a:pt x="110326" y="78135"/>
                </a:lnTo>
                <a:cubicBezTo>
                  <a:pt x="114523" y="73938"/>
                  <a:pt x="121310" y="73938"/>
                  <a:pt x="125462" y="78135"/>
                </a:cubicBezTo>
                <a:cubicBezTo>
                  <a:pt x="129614" y="82332"/>
                  <a:pt x="129659" y="89118"/>
                  <a:pt x="125462" y="93271"/>
                </a:cubicBezTo>
                <a:close/>
                <a:moveTo>
                  <a:pt x="175468" y="78135"/>
                </a:moveTo>
                <a:lnTo>
                  <a:pt x="196900" y="99566"/>
                </a:lnTo>
                <a:cubicBezTo>
                  <a:pt x="201097" y="103763"/>
                  <a:pt x="201097" y="110550"/>
                  <a:pt x="196900" y="114702"/>
                </a:cubicBezTo>
                <a:lnTo>
                  <a:pt x="175468" y="136133"/>
                </a:lnTo>
                <a:cubicBezTo>
                  <a:pt x="171271" y="140330"/>
                  <a:pt x="164485" y="140330"/>
                  <a:pt x="160333" y="136133"/>
                </a:cubicBezTo>
                <a:cubicBezTo>
                  <a:pt x="156180" y="131936"/>
                  <a:pt x="156136" y="125150"/>
                  <a:pt x="160333" y="120997"/>
                </a:cubicBezTo>
                <a:lnTo>
                  <a:pt x="174174" y="107156"/>
                </a:lnTo>
                <a:lnTo>
                  <a:pt x="160333" y="93315"/>
                </a:lnTo>
                <a:cubicBezTo>
                  <a:pt x="156136" y="89118"/>
                  <a:pt x="156136" y="82332"/>
                  <a:pt x="160333" y="78179"/>
                </a:cubicBezTo>
                <a:cubicBezTo>
                  <a:pt x="164529" y="74027"/>
                  <a:pt x="171316" y="73982"/>
                  <a:pt x="175468" y="78179"/>
                </a:cubicBez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9" name="Text 37">
            <a:extLst>
              <a:ext uri="{FF2B5EF4-FFF2-40B4-BE49-F238E27FC236}">
                <a16:creationId xmlns:a16="http://schemas.microsoft.com/office/drawing/2014/main" id="{6A5271A2-9AA4-C788-5465-A316512739D8}"/>
              </a:ext>
            </a:extLst>
          </p:cNvPr>
          <p:cNvSpPr/>
          <p:nvPr/>
        </p:nvSpPr>
        <p:spPr>
          <a:xfrm>
            <a:off x="6302839" y="1142358"/>
            <a:ext cx="2400714"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 6. Protección de Información (Microsoft </a:t>
            </a:r>
            <a:r>
              <a:rPr kumimoji="0" lang="es-MX" sz="1200" b="0" i="0" u="none" strike="noStrike" kern="1200" cap="none" spc="0" normalizeH="0" baseline="0" noProof="0" err="1">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Purview</a:t>
            </a:r>
            <a:r>
              <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a:t>
            </a:r>
            <a:endParaRPr kumimoji="0" lang="nn-NO"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endParaRPr>
          </a:p>
        </p:txBody>
      </p:sp>
      <p:sp>
        <p:nvSpPr>
          <p:cNvPr id="31" name="Text 7">
            <a:extLst>
              <a:ext uri="{FF2B5EF4-FFF2-40B4-BE49-F238E27FC236}">
                <a16:creationId xmlns:a16="http://schemas.microsoft.com/office/drawing/2014/main" id="{1D632FF7-1F11-852B-7689-E5DED53E5160}"/>
              </a:ext>
            </a:extLst>
          </p:cNvPr>
          <p:cNvSpPr/>
          <p:nvPr/>
        </p:nvSpPr>
        <p:spPr>
          <a:xfrm>
            <a:off x="3012235" y="1562669"/>
            <a:ext cx="2661233" cy="3480618"/>
          </a:xfrm>
          <a:prstGeom prst="rect">
            <a:avLst/>
          </a:prstGeom>
          <a:noFill/>
          <a:ln/>
        </p:spPr>
        <p:txBody>
          <a:bodyPr wrap="square" lIns="0" tIns="0" rIns="0" bIns="0" rtlCol="0" anchor="ct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Revisión de configuración actual de Exchange Online y servicios de colaboración.</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políticas Anti-Spam entrante y saliente.</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políticas Anti-Malware.</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Implementación de políticas Anti-Phishing para protección contra suplantación de identidad.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Habilitación de Safe Links para protección contra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URLs</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maliciosas.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Habilitación de Safe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Attachments</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para análisis dinámico de archivos sospechosos.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Habilitación de protección para Exchange Online,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Teams</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SharePoint Online y OneDrive.</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Ejecución de pruebas controladas de detección y protección.</a:t>
            </a:r>
          </a:p>
        </p:txBody>
      </p:sp>
      <p:sp>
        <p:nvSpPr>
          <p:cNvPr id="33" name="Text 7">
            <a:extLst>
              <a:ext uri="{FF2B5EF4-FFF2-40B4-BE49-F238E27FC236}">
                <a16:creationId xmlns:a16="http://schemas.microsoft.com/office/drawing/2014/main" id="{C27A4DE2-F26A-174E-B80D-D0B796A0748F}"/>
              </a:ext>
            </a:extLst>
          </p:cNvPr>
          <p:cNvSpPr/>
          <p:nvPr/>
        </p:nvSpPr>
        <p:spPr>
          <a:xfrm>
            <a:off x="5887353" y="1622631"/>
            <a:ext cx="2661233" cy="3640029"/>
          </a:xfrm>
          <a:prstGeom prst="rect">
            <a:avLst/>
          </a:prstGeom>
          <a:noFill/>
          <a:ln/>
        </p:spPr>
        <p:txBody>
          <a:bodyPr wrap="square" lIns="0" tIns="0" rIns="0" bIns="0" rtlCol="0" anchor="ct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Taller de definición de clasificación de información y niveles de confidencialidad.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Diseño de estructura de etiquetas de sensibilidad.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Creación y publicación de etiquetas de confidencialidad.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etiquetado manual para usuarios.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protección mediante cifrado para documentos y correos electrónicos.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restricciones de acceso basadas en etiquetas.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protección persistente sobre archivos protegidos.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Validación de experiencia de usuario y aplicación de etiquetas.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Capacitación básica sobre uso de etiquetas de confidencialidad.</a:t>
            </a:r>
          </a:p>
        </p:txBody>
      </p:sp>
      <p:sp>
        <p:nvSpPr>
          <p:cNvPr id="35" name="Flecha: a la derecha 34">
            <a:extLst>
              <a:ext uri="{FF2B5EF4-FFF2-40B4-BE49-F238E27FC236}">
                <a16:creationId xmlns:a16="http://schemas.microsoft.com/office/drawing/2014/main" id="{8B8D968B-2183-4A80-7296-3A380F17FCCC}"/>
              </a:ext>
            </a:extLst>
          </p:cNvPr>
          <p:cNvSpPr/>
          <p:nvPr/>
        </p:nvSpPr>
        <p:spPr>
          <a:xfrm>
            <a:off x="69585" y="5385999"/>
            <a:ext cx="11331282" cy="5655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a:ln>
                  <a:noFill/>
                </a:ln>
                <a:solidFill>
                  <a:srgbClr val="FFFFFF"/>
                </a:solidFill>
                <a:effectLst/>
                <a:uLnTx/>
                <a:uFillTx/>
                <a:latin typeface="Calibri" panose="020F0502020204030204"/>
                <a:ea typeface="+mn-ea"/>
                <a:cs typeface="+mn-cs"/>
              </a:rPr>
              <a:t>Project Management</a:t>
            </a:r>
          </a:p>
        </p:txBody>
      </p:sp>
      <p:sp>
        <p:nvSpPr>
          <p:cNvPr id="4" name="Shape 34">
            <a:extLst>
              <a:ext uri="{FF2B5EF4-FFF2-40B4-BE49-F238E27FC236}">
                <a16:creationId xmlns:a16="http://schemas.microsoft.com/office/drawing/2014/main" id="{AF4FDE09-FB36-08BF-61B6-1945237B84C1}"/>
              </a:ext>
            </a:extLst>
          </p:cNvPr>
          <p:cNvSpPr/>
          <p:nvPr/>
        </p:nvSpPr>
        <p:spPr>
          <a:xfrm>
            <a:off x="8671011" y="1015749"/>
            <a:ext cx="2820919" cy="4354856"/>
          </a:xfrm>
          <a:custGeom>
            <a:avLst/>
            <a:gdLst/>
            <a:ahLst/>
            <a:cxnLst/>
            <a:rect l="l" t="t" r="r" b="b"/>
            <a:pathLst>
              <a:path w="3698081" h="2259806">
                <a:moveTo>
                  <a:pt x="76201" y="0"/>
                </a:moveTo>
                <a:lnTo>
                  <a:pt x="3621881" y="0"/>
                </a:lnTo>
                <a:cubicBezTo>
                  <a:pt x="3663965" y="0"/>
                  <a:pt x="3698081" y="34116"/>
                  <a:pt x="3698081" y="76201"/>
                </a:cubicBezTo>
                <a:lnTo>
                  <a:pt x="3698081" y="2183606"/>
                </a:lnTo>
                <a:cubicBezTo>
                  <a:pt x="3698081" y="2225690"/>
                  <a:pt x="3663965" y="2259806"/>
                  <a:pt x="3621881" y="2259806"/>
                </a:cubicBezTo>
                <a:lnTo>
                  <a:pt x="76201" y="2259806"/>
                </a:lnTo>
                <a:cubicBezTo>
                  <a:pt x="34116" y="2259806"/>
                  <a:pt x="0" y="2225690"/>
                  <a:pt x="0" y="2183606"/>
                </a:cubicBezTo>
                <a:lnTo>
                  <a:pt x="0" y="76201"/>
                </a:lnTo>
                <a:cubicBezTo>
                  <a:pt x="0" y="34116"/>
                  <a:pt x="34116" y="0"/>
                  <a:pt x="76201" y="0"/>
                </a:cubicBezTo>
                <a:close/>
              </a:path>
            </a:pathLst>
          </a:custGeom>
          <a:solidFill>
            <a:srgbClr val="FFFFFF"/>
          </a:solidFill>
          <a:ln w="15875">
            <a:solidFill>
              <a:srgbClr val="4394A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8" name="Shape 35">
            <a:extLst>
              <a:ext uri="{FF2B5EF4-FFF2-40B4-BE49-F238E27FC236}">
                <a16:creationId xmlns:a16="http://schemas.microsoft.com/office/drawing/2014/main" id="{74AF7A96-C165-2D52-3BF3-D106DD7B4685}"/>
              </a:ext>
            </a:extLst>
          </p:cNvPr>
          <p:cNvSpPr/>
          <p:nvPr/>
        </p:nvSpPr>
        <p:spPr>
          <a:xfrm>
            <a:off x="8676964" y="1021703"/>
            <a:ext cx="2811837" cy="495300"/>
          </a:xfrm>
          <a:custGeom>
            <a:avLst/>
            <a:gdLst/>
            <a:ahLst/>
            <a:cxnLst/>
            <a:rect l="l" t="t" r="r" b="b"/>
            <a:pathLst>
              <a:path w="3686175" h="495300">
                <a:moveTo>
                  <a:pt x="0" y="0"/>
                </a:moveTo>
                <a:lnTo>
                  <a:pt x="3686175" y="0"/>
                </a:lnTo>
                <a:lnTo>
                  <a:pt x="3686175" y="495300"/>
                </a:lnTo>
                <a:lnTo>
                  <a:pt x="0" y="495300"/>
                </a:lnTo>
                <a:lnTo>
                  <a:pt x="0" y="0"/>
                </a:lnTo>
                <a:close/>
              </a:path>
            </a:pathLst>
          </a:custGeom>
          <a:solidFill>
            <a:schemeClr val="accent1">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2" name="Shape 36">
            <a:extLst>
              <a:ext uri="{FF2B5EF4-FFF2-40B4-BE49-F238E27FC236}">
                <a16:creationId xmlns:a16="http://schemas.microsoft.com/office/drawing/2014/main" id="{2FB26863-D4C0-0C0D-1DAE-92EB84C540AD}"/>
              </a:ext>
            </a:extLst>
          </p:cNvPr>
          <p:cNvSpPr/>
          <p:nvPr/>
        </p:nvSpPr>
        <p:spPr>
          <a:xfrm>
            <a:off x="8791189" y="1154904"/>
            <a:ext cx="217971" cy="228600"/>
          </a:xfrm>
          <a:custGeom>
            <a:avLst/>
            <a:gdLst/>
            <a:ahLst/>
            <a:cxnLst/>
            <a:rect l="l" t="t" r="r" b="b"/>
            <a:pathLst>
              <a:path w="285750" h="228600">
                <a:moveTo>
                  <a:pt x="28575" y="42863"/>
                </a:moveTo>
                <a:cubicBezTo>
                  <a:pt x="28575" y="27102"/>
                  <a:pt x="41389" y="14288"/>
                  <a:pt x="57150" y="14288"/>
                </a:cubicBezTo>
                <a:lnTo>
                  <a:pt x="228600" y="14288"/>
                </a:lnTo>
                <a:cubicBezTo>
                  <a:pt x="244361" y="14288"/>
                  <a:pt x="257175" y="27102"/>
                  <a:pt x="257175" y="42863"/>
                </a:cubicBezTo>
                <a:lnTo>
                  <a:pt x="257175" y="150019"/>
                </a:lnTo>
                <a:lnTo>
                  <a:pt x="228600" y="150019"/>
                </a:lnTo>
                <a:lnTo>
                  <a:pt x="228600" y="42863"/>
                </a:lnTo>
                <a:lnTo>
                  <a:pt x="57150" y="42863"/>
                </a:lnTo>
                <a:lnTo>
                  <a:pt x="57150" y="150019"/>
                </a:lnTo>
                <a:lnTo>
                  <a:pt x="28575" y="150019"/>
                </a:lnTo>
                <a:lnTo>
                  <a:pt x="28575" y="42863"/>
                </a:lnTo>
                <a:close/>
                <a:moveTo>
                  <a:pt x="0" y="180023"/>
                </a:moveTo>
                <a:cubicBezTo>
                  <a:pt x="0" y="175290"/>
                  <a:pt x="3840" y="171450"/>
                  <a:pt x="8573" y="171450"/>
                </a:cubicBezTo>
                <a:lnTo>
                  <a:pt x="277178" y="171450"/>
                </a:lnTo>
                <a:cubicBezTo>
                  <a:pt x="281910" y="171450"/>
                  <a:pt x="285750" y="175290"/>
                  <a:pt x="285750" y="180023"/>
                </a:cubicBezTo>
                <a:cubicBezTo>
                  <a:pt x="285750" y="198953"/>
                  <a:pt x="270391" y="214313"/>
                  <a:pt x="251460" y="214313"/>
                </a:cubicBezTo>
                <a:lnTo>
                  <a:pt x="34290" y="214313"/>
                </a:lnTo>
                <a:cubicBezTo>
                  <a:pt x="15359" y="214313"/>
                  <a:pt x="0" y="198953"/>
                  <a:pt x="0" y="180023"/>
                </a:cubicBezTo>
                <a:close/>
                <a:moveTo>
                  <a:pt x="125462" y="93315"/>
                </a:moveTo>
                <a:lnTo>
                  <a:pt x="111621" y="107156"/>
                </a:lnTo>
                <a:lnTo>
                  <a:pt x="125462" y="120997"/>
                </a:lnTo>
                <a:cubicBezTo>
                  <a:pt x="129659" y="125194"/>
                  <a:pt x="129659" y="131981"/>
                  <a:pt x="125462" y="136133"/>
                </a:cubicBezTo>
                <a:cubicBezTo>
                  <a:pt x="121265" y="140285"/>
                  <a:pt x="114479" y="140330"/>
                  <a:pt x="110326" y="136133"/>
                </a:cubicBezTo>
                <a:lnTo>
                  <a:pt x="88895" y="114702"/>
                </a:lnTo>
                <a:cubicBezTo>
                  <a:pt x="84698" y="110505"/>
                  <a:pt x="84698" y="103718"/>
                  <a:pt x="88895" y="99566"/>
                </a:cubicBezTo>
                <a:lnTo>
                  <a:pt x="110326" y="78135"/>
                </a:lnTo>
                <a:cubicBezTo>
                  <a:pt x="114523" y="73938"/>
                  <a:pt x="121310" y="73938"/>
                  <a:pt x="125462" y="78135"/>
                </a:cubicBezTo>
                <a:cubicBezTo>
                  <a:pt x="129614" y="82332"/>
                  <a:pt x="129659" y="89118"/>
                  <a:pt x="125462" y="93271"/>
                </a:cubicBezTo>
                <a:close/>
                <a:moveTo>
                  <a:pt x="175468" y="78135"/>
                </a:moveTo>
                <a:lnTo>
                  <a:pt x="196900" y="99566"/>
                </a:lnTo>
                <a:cubicBezTo>
                  <a:pt x="201097" y="103763"/>
                  <a:pt x="201097" y="110550"/>
                  <a:pt x="196900" y="114702"/>
                </a:cubicBezTo>
                <a:lnTo>
                  <a:pt x="175468" y="136133"/>
                </a:lnTo>
                <a:cubicBezTo>
                  <a:pt x="171271" y="140330"/>
                  <a:pt x="164485" y="140330"/>
                  <a:pt x="160333" y="136133"/>
                </a:cubicBezTo>
                <a:cubicBezTo>
                  <a:pt x="156180" y="131936"/>
                  <a:pt x="156136" y="125150"/>
                  <a:pt x="160333" y="120997"/>
                </a:cubicBezTo>
                <a:lnTo>
                  <a:pt x="174174" y="107156"/>
                </a:lnTo>
                <a:lnTo>
                  <a:pt x="160333" y="93315"/>
                </a:lnTo>
                <a:cubicBezTo>
                  <a:pt x="156136" y="89118"/>
                  <a:pt x="156136" y="82332"/>
                  <a:pt x="160333" y="78179"/>
                </a:cubicBezTo>
                <a:cubicBezTo>
                  <a:pt x="164529" y="74027"/>
                  <a:pt x="171316" y="73982"/>
                  <a:pt x="175468" y="78179"/>
                </a:cubicBez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16" name="Text 37">
            <a:extLst>
              <a:ext uri="{FF2B5EF4-FFF2-40B4-BE49-F238E27FC236}">
                <a16:creationId xmlns:a16="http://schemas.microsoft.com/office/drawing/2014/main" id="{9C281977-91D9-E2A7-D76B-19243918565E}"/>
              </a:ext>
            </a:extLst>
          </p:cNvPr>
          <p:cNvSpPr/>
          <p:nvPr/>
        </p:nvSpPr>
        <p:spPr>
          <a:xfrm>
            <a:off x="9191165" y="1135929"/>
            <a:ext cx="2400714"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 7. Cumplimiento y Gobierno Básico</a:t>
            </a:r>
            <a:endParaRPr kumimoji="0" lang="nn-NO" sz="120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endParaRPr>
          </a:p>
        </p:txBody>
      </p:sp>
      <p:sp>
        <p:nvSpPr>
          <p:cNvPr id="20" name="Text 7">
            <a:extLst>
              <a:ext uri="{FF2B5EF4-FFF2-40B4-BE49-F238E27FC236}">
                <a16:creationId xmlns:a16="http://schemas.microsoft.com/office/drawing/2014/main" id="{CB4D72B4-D597-0E1F-B6C6-D5254CEAE3E1}"/>
              </a:ext>
            </a:extLst>
          </p:cNvPr>
          <p:cNvSpPr/>
          <p:nvPr/>
        </p:nvSpPr>
        <p:spPr>
          <a:xfrm>
            <a:off x="8775679" y="1616203"/>
            <a:ext cx="2661233" cy="1529334"/>
          </a:xfrm>
          <a:prstGeom prst="rect">
            <a:avLst/>
          </a:prstGeom>
          <a:noFill/>
          <a:ln/>
        </p:spPr>
        <p:txBody>
          <a:bodyPr wrap="square" lIns="0" tIns="0" rIns="0" bIns="0" rtlCol="0" anchor="ct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Validación de registro de actividades de usuarios.</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Configuración de búsquedas de contenido mediante </a:t>
            </a:r>
            <a:r>
              <a:rPr kumimoji="0" lang="es-MX" sz="1050" b="0" i="0" u="none" strike="noStrike" kern="1200" cap="none" spc="0" normalizeH="0" baseline="0" noProof="0" err="1">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eDiscovery</a:t>
            </a: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 Standard.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Validación de eventos de auditoría y trazabilidad.</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s-MX" sz="1050" b="0" i="0" u="none" strike="noStrike" kern="1200" cap="none" spc="0" normalizeH="0" baseline="0" noProof="0">
                <a:ln>
                  <a:noFill/>
                </a:ln>
                <a:solidFill>
                  <a:srgbClr val="333333"/>
                </a:solidFill>
                <a:effectLst/>
                <a:uLnTx/>
                <a:uFillTx/>
                <a:latin typeface="Segoe UI Semilight" panose="020B0402040204020203" pitchFamily="34" charset="0"/>
                <a:ea typeface="MiSans" pitchFamily="34" charset="-122"/>
                <a:cs typeface="Segoe UI Semilight" panose="020B0402040204020203" pitchFamily="34" charset="0"/>
              </a:rPr>
              <a:t>Transferencia de conocimiento para consulta y uso de registros de auditoría.</a:t>
            </a:r>
          </a:p>
        </p:txBody>
      </p:sp>
      <p:sp>
        <p:nvSpPr>
          <p:cNvPr id="24" name="Shape 50">
            <a:extLst>
              <a:ext uri="{FF2B5EF4-FFF2-40B4-BE49-F238E27FC236}">
                <a16:creationId xmlns:a16="http://schemas.microsoft.com/office/drawing/2014/main" id="{BD862DCB-E4D0-1D82-D298-50FB3AB46209}"/>
              </a:ext>
            </a:extLst>
          </p:cNvPr>
          <p:cNvSpPr/>
          <p:nvPr/>
        </p:nvSpPr>
        <p:spPr>
          <a:xfrm>
            <a:off x="49225" y="5970526"/>
            <a:ext cx="11430000" cy="800100"/>
          </a:xfrm>
          <a:custGeom>
            <a:avLst/>
            <a:gdLst/>
            <a:ahLst/>
            <a:cxnLst/>
            <a:rect l="l" t="t" r="r" b="b"/>
            <a:pathLst>
              <a:path w="11430000" h="800100">
                <a:moveTo>
                  <a:pt x="76202" y="0"/>
                </a:moveTo>
                <a:lnTo>
                  <a:pt x="11353798" y="0"/>
                </a:lnTo>
                <a:cubicBezTo>
                  <a:pt x="11395883" y="0"/>
                  <a:pt x="11430000" y="34117"/>
                  <a:pt x="11430000" y="76202"/>
                </a:cubicBezTo>
                <a:lnTo>
                  <a:pt x="11430000" y="723898"/>
                </a:lnTo>
                <a:cubicBezTo>
                  <a:pt x="11430000" y="765983"/>
                  <a:pt x="11395883" y="800100"/>
                  <a:pt x="11353798" y="800100"/>
                </a:cubicBezTo>
                <a:lnTo>
                  <a:pt x="76202" y="800100"/>
                </a:lnTo>
                <a:cubicBezTo>
                  <a:pt x="34117" y="800100"/>
                  <a:pt x="0" y="765983"/>
                  <a:pt x="0" y="723898"/>
                </a:cubicBezTo>
                <a:lnTo>
                  <a:pt x="0" y="76202"/>
                </a:lnTo>
                <a:cubicBezTo>
                  <a:pt x="0" y="34145"/>
                  <a:pt x="34145" y="0"/>
                  <a:pt x="76202" y="0"/>
                </a:cubicBezTo>
                <a:close/>
              </a:path>
            </a:pathLst>
          </a:custGeom>
          <a:gradFill flip="none" rotWithShape="1">
            <a:gsLst>
              <a:gs pos="0">
                <a:srgbClr val="1D365B"/>
              </a:gs>
              <a:gs pos="100000">
                <a:srgbClr val="2C5CA6"/>
              </a:gs>
            </a:gsLst>
            <a:lin ang="0" scaled="1"/>
          </a:gra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28" name="Shape 51">
            <a:extLst>
              <a:ext uri="{FF2B5EF4-FFF2-40B4-BE49-F238E27FC236}">
                <a16:creationId xmlns:a16="http://schemas.microsoft.com/office/drawing/2014/main" id="{30071A04-E88D-9D13-D526-7879C7679609}"/>
              </a:ext>
            </a:extLst>
          </p:cNvPr>
          <p:cNvSpPr/>
          <p:nvPr/>
        </p:nvSpPr>
        <p:spPr>
          <a:xfrm>
            <a:off x="239688" y="6227626"/>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25016" y="89297"/>
                </a:moveTo>
                <a:cubicBezTo>
                  <a:pt x="125016" y="79440"/>
                  <a:pt x="133018" y="71438"/>
                  <a:pt x="142875" y="71438"/>
                </a:cubicBezTo>
                <a:cubicBezTo>
                  <a:pt x="152732" y="71438"/>
                  <a:pt x="160734" y="79440"/>
                  <a:pt x="160734" y="89297"/>
                </a:cubicBezTo>
                <a:cubicBezTo>
                  <a:pt x="160734" y="99154"/>
                  <a:pt x="152732" y="107156"/>
                  <a:pt x="142875" y="107156"/>
                </a:cubicBezTo>
                <a:cubicBezTo>
                  <a:pt x="133018" y="107156"/>
                  <a:pt x="125016" y="99154"/>
                  <a:pt x="125016" y="89297"/>
                </a:cubicBezTo>
                <a:close/>
                <a:moveTo>
                  <a:pt x="120551" y="125016"/>
                </a:moveTo>
                <a:lnTo>
                  <a:pt x="147340" y="125016"/>
                </a:lnTo>
                <a:cubicBezTo>
                  <a:pt x="154763" y="125016"/>
                  <a:pt x="160734" y="130987"/>
                  <a:pt x="160734" y="138410"/>
                </a:cubicBezTo>
                <a:lnTo>
                  <a:pt x="160734" y="187523"/>
                </a:lnTo>
                <a:lnTo>
                  <a:pt x="165199" y="187523"/>
                </a:lnTo>
                <a:cubicBezTo>
                  <a:pt x="172622" y="187523"/>
                  <a:pt x="178594" y="193495"/>
                  <a:pt x="178594" y="200918"/>
                </a:cubicBezTo>
                <a:cubicBezTo>
                  <a:pt x="178594" y="208341"/>
                  <a:pt x="172622" y="214313"/>
                  <a:pt x="165199" y="214313"/>
                </a:cubicBezTo>
                <a:lnTo>
                  <a:pt x="120551" y="214313"/>
                </a:lnTo>
                <a:cubicBezTo>
                  <a:pt x="113128" y="214313"/>
                  <a:pt x="107156" y="208341"/>
                  <a:pt x="107156" y="200918"/>
                </a:cubicBezTo>
                <a:cubicBezTo>
                  <a:pt x="107156" y="193495"/>
                  <a:pt x="113128" y="187523"/>
                  <a:pt x="120551" y="187523"/>
                </a:cubicBezTo>
                <a:lnTo>
                  <a:pt x="133945" y="187523"/>
                </a:lnTo>
                <a:lnTo>
                  <a:pt x="133945" y="151805"/>
                </a:lnTo>
                <a:lnTo>
                  <a:pt x="120551" y="151805"/>
                </a:lnTo>
                <a:cubicBezTo>
                  <a:pt x="113128" y="151805"/>
                  <a:pt x="107156" y="145833"/>
                  <a:pt x="107156" y="138410"/>
                </a:cubicBezTo>
                <a:cubicBezTo>
                  <a:pt x="107156" y="130987"/>
                  <a:pt x="113128" y="125016"/>
                  <a:pt x="120551" y="125016"/>
                </a:cubicBezTo>
                <a:close/>
              </a:path>
            </a:pathLst>
          </a:custGeom>
          <a:solidFill>
            <a:srgbClr val="EF763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32" name="Text 52">
            <a:extLst>
              <a:ext uri="{FF2B5EF4-FFF2-40B4-BE49-F238E27FC236}">
                <a16:creationId xmlns:a16="http://schemas.microsoft.com/office/drawing/2014/main" id="{6474009B-3D0F-8F56-C88C-F6E17B5113A0}"/>
              </a:ext>
            </a:extLst>
          </p:cNvPr>
          <p:cNvSpPr/>
          <p:nvPr/>
        </p:nvSpPr>
        <p:spPr>
          <a:xfrm>
            <a:off x="711138" y="6122889"/>
            <a:ext cx="2505075" cy="26670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50" b="0" i="0" u="none" strike="noStrike" kern="1200" cap="none" spc="0" normalizeH="0" baseline="0" noProof="0" err="1">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Fases</a:t>
            </a:r>
            <a:r>
              <a:rPr kumimoji="0" lang="en-US" sz="1350" b="0" i="0" u="none" strike="noStrike" kern="1200" cap="none" spc="0" normalizeH="0" baseline="0" noProof="0">
                <a:ln>
                  <a:noFill/>
                </a:ln>
                <a:solidFill>
                  <a:srgbClr val="FFFFFF"/>
                </a:solidFill>
                <a:effectLst/>
                <a:uLnTx/>
                <a:uFillTx/>
                <a:latin typeface="Segoe UI Semilight" panose="020B0402040204020203" pitchFamily="34" charset="0"/>
                <a:ea typeface="MiSans" pitchFamily="34" charset="-122"/>
                <a:cs typeface="Segoe UI Semilight" panose="020B0402040204020203" pitchFamily="34" charset="0"/>
              </a:rPr>
              <a:t> del Proyecto</a:t>
            </a:r>
            <a:endParaRPr kumimoji="0" lang="en-US" sz="16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36" name="Text 53">
            <a:extLst>
              <a:ext uri="{FF2B5EF4-FFF2-40B4-BE49-F238E27FC236}">
                <a16:creationId xmlns:a16="http://schemas.microsoft.com/office/drawing/2014/main" id="{03B6FDCA-DADF-5AE2-E3EF-C8FAD9449378}"/>
              </a:ext>
            </a:extLst>
          </p:cNvPr>
          <p:cNvSpPr/>
          <p:nvPr/>
        </p:nvSpPr>
        <p:spPr>
          <a:xfrm>
            <a:off x="711138" y="6427614"/>
            <a:ext cx="3724981" cy="19050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alpha val="90000"/>
                  </a:srgbClr>
                </a:solidFill>
                <a:effectLst/>
                <a:uLnTx/>
                <a:uFillTx/>
                <a:latin typeface="Segoe UI Semilight" panose="020B0402040204020203" pitchFamily="34" charset="0"/>
                <a:ea typeface="MiSans" pitchFamily="34" charset="-122"/>
                <a:cs typeface="Segoe UI Semilight" panose="020B0402040204020203" pitchFamily="34" charset="0"/>
              </a:rPr>
              <a:t>Inicio → </a:t>
            </a:r>
            <a:r>
              <a:rPr kumimoji="0" lang="en-US" sz="1050" b="0" i="0" u="none" strike="noStrike" kern="1200" cap="none" spc="0" normalizeH="0" baseline="0" noProof="0" dirty="0" err="1">
                <a:ln>
                  <a:noFill/>
                </a:ln>
                <a:solidFill>
                  <a:srgbClr val="FFFFFF">
                    <a:alpha val="90000"/>
                  </a:srgbClr>
                </a:solidFill>
                <a:effectLst/>
                <a:uLnTx/>
                <a:uFillTx/>
                <a:latin typeface="Segoe UI Semilight" panose="020B0402040204020203" pitchFamily="34" charset="0"/>
                <a:ea typeface="MiSans" pitchFamily="34" charset="-122"/>
                <a:cs typeface="Segoe UI Semilight" panose="020B0402040204020203" pitchFamily="34" charset="0"/>
              </a:rPr>
              <a:t>Planeación</a:t>
            </a:r>
            <a:r>
              <a:rPr kumimoji="0" lang="en-US" sz="1050" b="0" i="0" u="none" strike="noStrike" kern="1200" cap="none" spc="0" normalizeH="0" baseline="0" noProof="0" dirty="0">
                <a:ln>
                  <a:noFill/>
                </a:ln>
                <a:solidFill>
                  <a:srgbClr val="FFFFFF">
                    <a:alpha val="90000"/>
                  </a:srgbClr>
                </a:solidFill>
                <a:effectLst/>
                <a:uLnTx/>
                <a:uFillTx/>
                <a:latin typeface="Segoe UI Semilight" panose="020B0402040204020203" pitchFamily="34" charset="0"/>
                <a:ea typeface="MiSans" pitchFamily="34" charset="-122"/>
                <a:cs typeface="Segoe UI Semilight" panose="020B0402040204020203" pitchFamily="34" charset="0"/>
              </a:rPr>
              <a:t> → </a:t>
            </a:r>
            <a:r>
              <a:rPr kumimoji="0" lang="en-US" sz="1050" b="0" i="0" u="none" strike="noStrike" kern="1200" cap="none" spc="0" normalizeH="0" baseline="0" noProof="0" dirty="0" err="1">
                <a:ln>
                  <a:noFill/>
                </a:ln>
                <a:solidFill>
                  <a:srgbClr val="FFFFFF">
                    <a:alpha val="90000"/>
                  </a:srgbClr>
                </a:solidFill>
                <a:effectLst/>
                <a:uLnTx/>
                <a:uFillTx/>
                <a:latin typeface="Segoe UI Semilight" panose="020B0402040204020203" pitchFamily="34" charset="0"/>
                <a:ea typeface="MiSans" pitchFamily="34" charset="-122"/>
                <a:cs typeface="Segoe UI Semilight" panose="020B0402040204020203" pitchFamily="34" charset="0"/>
              </a:rPr>
              <a:t>Ejecución</a:t>
            </a:r>
            <a:r>
              <a:rPr kumimoji="0" lang="en-US" sz="1050" b="0" i="0" u="none" strike="noStrike" kern="1200" cap="none" spc="0" normalizeH="0" baseline="0" noProof="0" dirty="0">
                <a:ln>
                  <a:noFill/>
                </a:ln>
                <a:solidFill>
                  <a:srgbClr val="FFFFFF">
                    <a:alpha val="90000"/>
                  </a:srgbClr>
                </a:solidFill>
                <a:effectLst/>
                <a:uLnTx/>
                <a:uFillTx/>
                <a:latin typeface="Segoe UI Semilight" panose="020B0402040204020203" pitchFamily="34" charset="0"/>
                <a:ea typeface="MiSans" pitchFamily="34" charset="-122"/>
                <a:cs typeface="Segoe UI Semilight" panose="020B0402040204020203" pitchFamily="34" charset="0"/>
              </a:rPr>
              <a:t> → Cierre</a:t>
            </a:r>
            <a:endParaRPr kumimoji="0" lang="en-US" sz="1600" b="0" i="0" u="none" strike="noStrike" kern="1200" cap="none" spc="0" normalizeH="0" baseline="0" noProof="0" dirty="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p:txBody>
      </p:sp>
      <p:sp>
        <p:nvSpPr>
          <p:cNvPr id="38" name="Text 54">
            <a:extLst>
              <a:ext uri="{FF2B5EF4-FFF2-40B4-BE49-F238E27FC236}">
                <a16:creationId xmlns:a16="http://schemas.microsoft.com/office/drawing/2014/main" id="{79BBD098-0134-94A1-EAD0-86032917EA2A}"/>
              </a:ext>
            </a:extLst>
          </p:cNvPr>
          <p:cNvSpPr/>
          <p:nvPr/>
        </p:nvSpPr>
        <p:spPr>
          <a:xfrm>
            <a:off x="7927675" y="6077322"/>
            <a:ext cx="3287470" cy="304800"/>
          </a:xfrm>
          <a:prstGeom prst="rect">
            <a:avLst/>
          </a:prstGeom>
          <a:noFill/>
          <a:ln/>
        </p:spPr>
        <p:txBody>
          <a:bodyPr wrap="square" lIns="0" tIns="0" rIns="0" bIns="0" rtlCol="0" anchor="ctr"/>
          <a:lstStyle/>
          <a:p>
            <a:pPr algn="r">
              <a:lnSpc>
                <a:spcPct val="120000"/>
              </a:lnSpc>
            </a:pPr>
            <a:r>
              <a:rPr lang="en-US" sz="1400" err="1">
                <a:solidFill>
                  <a:srgbClr val="FFFFFF">
                    <a:alpha val="80000"/>
                  </a:srgbClr>
                </a:solidFill>
                <a:latin typeface="Segoe UI Semilight" panose="020B0402040204020203" pitchFamily="34" charset="0"/>
                <a:ea typeface="MiSans" pitchFamily="34" charset="-122"/>
                <a:cs typeface="Segoe UI Semilight" panose="020B0402040204020203" pitchFamily="34" charset="0"/>
              </a:rPr>
              <a:t>Duración</a:t>
            </a:r>
            <a:r>
              <a:rPr lang="en-US" sz="1400">
                <a:solidFill>
                  <a:srgbClr val="FFFFFF">
                    <a:alpha val="80000"/>
                  </a:srgbClr>
                </a:solidFill>
                <a:latin typeface="Segoe UI Semilight" panose="020B0402040204020203" pitchFamily="34" charset="0"/>
                <a:ea typeface="MiSans" pitchFamily="34" charset="-122"/>
                <a:cs typeface="Segoe UI Semilight" panose="020B0402040204020203" pitchFamily="34" charset="0"/>
              </a:rPr>
              <a:t> Total </a:t>
            </a:r>
            <a:r>
              <a:rPr lang="en-US" sz="1400" err="1">
                <a:solidFill>
                  <a:srgbClr val="FFFFFF">
                    <a:alpha val="80000"/>
                  </a:srgbClr>
                </a:solidFill>
                <a:latin typeface="Segoe UI Semilight" panose="020B0402040204020203" pitchFamily="34" charset="0"/>
                <a:ea typeface="MiSans" pitchFamily="34" charset="-122"/>
                <a:cs typeface="Segoe UI Semilight" panose="020B0402040204020203" pitchFamily="34" charset="0"/>
              </a:rPr>
              <a:t>estimada</a:t>
            </a:r>
            <a:r>
              <a:rPr lang="en-US" sz="1400">
                <a:solidFill>
                  <a:srgbClr val="FFFFFF">
                    <a:alpha val="80000"/>
                  </a:srgbClr>
                </a:solidFill>
                <a:latin typeface="Segoe UI Semilight" panose="020B0402040204020203" pitchFamily="34" charset="0"/>
                <a:ea typeface="MiSans" pitchFamily="34" charset="-122"/>
                <a:cs typeface="Segoe UI Semilight" panose="020B0402040204020203" pitchFamily="34" charset="0"/>
              </a:rPr>
              <a:t> del Proyecto</a:t>
            </a:r>
            <a:endParaRPr lang="en-US" sz="2400">
              <a:latin typeface="Segoe UI Semilight" panose="020B0402040204020203" pitchFamily="34" charset="0"/>
              <a:cs typeface="Segoe UI Semilight" panose="020B0402040204020203" pitchFamily="34" charset="0"/>
            </a:endParaRPr>
          </a:p>
        </p:txBody>
      </p:sp>
      <p:sp>
        <p:nvSpPr>
          <p:cNvPr id="40" name="Text 55">
            <a:extLst>
              <a:ext uri="{FF2B5EF4-FFF2-40B4-BE49-F238E27FC236}">
                <a16:creationId xmlns:a16="http://schemas.microsoft.com/office/drawing/2014/main" id="{D5CEC7A3-449D-9AE2-E141-9BB04BE15C3C}"/>
              </a:ext>
            </a:extLst>
          </p:cNvPr>
          <p:cNvSpPr/>
          <p:nvPr/>
        </p:nvSpPr>
        <p:spPr>
          <a:xfrm>
            <a:off x="9056018" y="6353440"/>
            <a:ext cx="2003046" cy="304800"/>
          </a:xfrm>
          <a:prstGeom prst="rect">
            <a:avLst/>
          </a:prstGeom>
          <a:noFill/>
          <a:ln/>
        </p:spPr>
        <p:txBody>
          <a:bodyPr wrap="square" lIns="0" tIns="0" rIns="0" bIns="0" rtlCol="0" anchor="ctr"/>
          <a:lstStyle/>
          <a:p>
            <a:pPr algn="r">
              <a:lnSpc>
                <a:spcPct val="110000"/>
              </a:lnSpc>
            </a:pPr>
            <a:r>
              <a:rPr lang="en-US" b="1">
                <a:solidFill>
                  <a:srgbClr val="EF7633"/>
                </a:solidFill>
                <a:latin typeface="Segoe UI Semilight" panose="020B0402040204020203" pitchFamily="34" charset="0"/>
                <a:ea typeface="Noto Sans SC" pitchFamily="34" charset="-122"/>
                <a:cs typeface="Segoe UI Semilight" panose="020B0402040204020203" pitchFamily="34" charset="0"/>
              </a:rPr>
              <a:t>8 </a:t>
            </a:r>
            <a:r>
              <a:rPr lang="en-US" b="1" err="1">
                <a:solidFill>
                  <a:srgbClr val="EF7633"/>
                </a:solidFill>
                <a:latin typeface="Segoe UI Semilight" panose="020B0402040204020203" pitchFamily="34" charset="0"/>
                <a:ea typeface="Noto Sans SC" pitchFamily="34" charset="-122"/>
                <a:cs typeface="Segoe UI Semilight" panose="020B0402040204020203" pitchFamily="34" charset="0"/>
              </a:rPr>
              <a:t>semanas</a:t>
            </a:r>
            <a:endParaRPr lang="en-US" sz="1600">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15204207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236B25-C48D-5E88-596F-D369AA2F4E98}"/>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620AD211-66AA-B5D9-595F-D287E21B3FB3}"/>
              </a:ext>
            </a:extLst>
          </p:cNvPr>
          <p:cNvGrpSpPr/>
          <p:nvPr/>
        </p:nvGrpSpPr>
        <p:grpSpPr>
          <a:xfrm>
            <a:off x="0" y="0"/>
            <a:ext cx="12191999" cy="941265"/>
            <a:chOff x="1" y="0"/>
            <a:chExt cx="11511844" cy="941265"/>
          </a:xfrm>
        </p:grpSpPr>
        <p:sp>
          <p:nvSpPr>
            <p:cNvPr id="48" name="Rectangle 1">
              <a:extLst>
                <a:ext uri="{FF2B5EF4-FFF2-40B4-BE49-F238E27FC236}">
                  <a16:creationId xmlns:a16="http://schemas.microsoft.com/office/drawing/2014/main" id="{75A3C392-9FBE-91E5-65F0-921BA0E31EDC}"/>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2F4B7D58-5B59-5002-E741-10517A4B6EAC}"/>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CADA3917-9A57-8B15-E4F2-43FE27394A2C}"/>
              </a:ext>
            </a:extLst>
          </p:cNvPr>
          <p:cNvSpPr/>
          <p:nvPr/>
        </p:nvSpPr>
        <p:spPr>
          <a:xfrm>
            <a:off x="193322" y="286887"/>
            <a:ext cx="11658600" cy="457200"/>
          </a:xfrm>
          <a:prstGeom prst="rect">
            <a:avLst/>
          </a:prstGeom>
          <a:noFill/>
          <a:ln/>
        </p:spPr>
        <p:txBody>
          <a:bodyPr wrap="square" lIns="0" tIns="0" rIns="0" bIns="0" rtlCol="0" anchor="ctr"/>
          <a:lstStyle/>
          <a:p>
            <a:pPr lvl="0">
              <a:lnSpc>
                <a:spcPct val="80000"/>
              </a:lnSpc>
              <a:defRPr/>
            </a:pPr>
            <a:r>
              <a:rPr lang="es-MX" sz="2800" dirty="0">
                <a:solidFill>
                  <a:srgbClr val="FFFFFF"/>
                </a:solidFill>
                <a:latin typeface="Segoe UI Semilight" panose="020B0402040204020203" pitchFamily="34" charset="0"/>
                <a:ea typeface="Noto Sans SC" pitchFamily="34" charset="-122"/>
                <a:cs typeface="Segoe UI Semilight" panose="020B0402040204020203" pitchFamily="34" charset="0"/>
              </a:rPr>
              <a:t>Diagrama de Actividades</a:t>
            </a:r>
            <a:endParaRPr lang="es-MX" sz="1200" dirty="0">
              <a:solidFill>
                <a:srgbClr val="FFFFFF"/>
              </a:solidFill>
              <a:latin typeface="Segoe UI Semilight" panose="020B0402040204020203" pitchFamily="34" charset="0"/>
              <a:cs typeface="Segoe UI Semilight" panose="020B0402040204020203" pitchFamily="34" charset="0"/>
            </a:endParaRPr>
          </a:p>
        </p:txBody>
      </p:sp>
      <p:pic>
        <p:nvPicPr>
          <p:cNvPr id="4" name="Imagen 3">
            <a:extLst>
              <a:ext uri="{FF2B5EF4-FFF2-40B4-BE49-F238E27FC236}">
                <a16:creationId xmlns:a16="http://schemas.microsoft.com/office/drawing/2014/main" id="{1397F99B-3228-B68A-06B2-E324AD951954}"/>
              </a:ext>
            </a:extLst>
          </p:cNvPr>
          <p:cNvPicPr>
            <a:picLocks noChangeAspect="1"/>
          </p:cNvPicPr>
          <p:nvPr/>
        </p:nvPicPr>
        <p:blipFill>
          <a:blip r:embed="rId3"/>
          <a:srcRect t="19950"/>
          <a:stretch>
            <a:fillRect/>
          </a:stretch>
        </p:blipFill>
        <p:spPr>
          <a:xfrm>
            <a:off x="26720" y="1092724"/>
            <a:ext cx="12165280" cy="5489838"/>
          </a:xfrm>
          <a:prstGeom prst="rect">
            <a:avLst/>
          </a:prstGeom>
        </p:spPr>
      </p:pic>
    </p:spTree>
    <p:extLst>
      <p:ext uri="{BB962C8B-B14F-4D97-AF65-F5344CB8AC3E}">
        <p14:creationId xmlns:p14="http://schemas.microsoft.com/office/powerpoint/2010/main" val="335182280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39A9-D9AF-1DB4-31DE-B7C744F1A7F8}"/>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495663EF-19E6-6FF7-F8D0-874C283F5B14}"/>
              </a:ext>
            </a:extLst>
          </p:cNvPr>
          <p:cNvGrpSpPr/>
          <p:nvPr/>
        </p:nvGrpSpPr>
        <p:grpSpPr>
          <a:xfrm>
            <a:off x="0" y="0"/>
            <a:ext cx="12191999" cy="941265"/>
            <a:chOff x="1" y="0"/>
            <a:chExt cx="11511844" cy="941265"/>
          </a:xfrm>
        </p:grpSpPr>
        <p:sp>
          <p:nvSpPr>
            <p:cNvPr id="48" name="Rectangle 1">
              <a:extLst>
                <a:ext uri="{FF2B5EF4-FFF2-40B4-BE49-F238E27FC236}">
                  <a16:creationId xmlns:a16="http://schemas.microsoft.com/office/drawing/2014/main" id="{0A3072C9-B0FB-1BC8-70F8-6AE7C968A9C9}"/>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73E47F8A-E3D0-F0BB-0749-20CED712220E}"/>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5029436D-83BB-8E96-5499-C41CB7B302F5}"/>
              </a:ext>
            </a:extLst>
          </p:cNvPr>
          <p:cNvSpPr/>
          <p:nvPr/>
        </p:nvSpPr>
        <p:spPr>
          <a:xfrm>
            <a:off x="193322" y="286887"/>
            <a:ext cx="11658600"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s-MX" sz="2800" b="0" i="0" u="none" strike="noStrike" kern="1200" cap="none" spc="0" normalizeH="0" baseline="0" noProof="0">
                <a:ln>
                  <a:noFill/>
                </a:ln>
                <a:solidFill>
                  <a:srgbClr val="FFFFFF"/>
                </a:solidFill>
                <a:effectLst/>
                <a:uLnTx/>
                <a:uFillTx/>
                <a:latin typeface="Segoe UI Semilight" panose="020B0402040204020203" pitchFamily="34" charset="0"/>
                <a:ea typeface="Noto Sans SC" pitchFamily="34" charset="-122"/>
                <a:cs typeface="Segoe UI Semilight" panose="020B0402040204020203" pitchFamily="34" charset="0"/>
              </a:rPr>
              <a:t>Premisas y Requerimientos del Proyecto</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14" name="Shape 3">
            <a:extLst>
              <a:ext uri="{FF2B5EF4-FFF2-40B4-BE49-F238E27FC236}">
                <a16:creationId xmlns:a16="http://schemas.microsoft.com/office/drawing/2014/main" id="{C72CD000-0BAA-5FA4-B559-A315C0FD354A}"/>
              </a:ext>
            </a:extLst>
          </p:cNvPr>
          <p:cNvSpPr/>
          <p:nvPr/>
        </p:nvSpPr>
        <p:spPr>
          <a:xfrm>
            <a:off x="291351" y="1165684"/>
            <a:ext cx="5060595" cy="5420813"/>
          </a:xfrm>
          <a:custGeom>
            <a:avLst/>
            <a:gdLst/>
            <a:ahLst/>
            <a:cxnLst/>
            <a:rect l="l" t="t" r="r" b="b"/>
            <a:pathLst>
              <a:path w="5638800" h="4504134">
                <a:moveTo>
                  <a:pt x="35719" y="0"/>
                </a:moveTo>
                <a:lnTo>
                  <a:pt x="5603081" y="0"/>
                </a:lnTo>
                <a:cubicBezTo>
                  <a:pt x="5622808" y="0"/>
                  <a:pt x="5638800" y="15992"/>
                  <a:pt x="5638800" y="35719"/>
                </a:cubicBezTo>
                <a:lnTo>
                  <a:pt x="5638800" y="4389819"/>
                </a:lnTo>
                <a:cubicBezTo>
                  <a:pt x="5638800" y="4452954"/>
                  <a:pt x="5587619" y="4504134"/>
                  <a:pt x="5524485" y="4504134"/>
                </a:cubicBezTo>
                <a:lnTo>
                  <a:pt x="114315" y="4504134"/>
                </a:lnTo>
                <a:cubicBezTo>
                  <a:pt x="51181" y="4504134"/>
                  <a:pt x="0" y="4452954"/>
                  <a:pt x="0" y="4389819"/>
                </a:cubicBezTo>
                <a:lnTo>
                  <a:pt x="0" y="35719"/>
                </a:lnTo>
                <a:cubicBezTo>
                  <a:pt x="0" y="16005"/>
                  <a:pt x="16005" y="0"/>
                  <a:pt x="35719" y="0"/>
                </a:cubicBezTo>
                <a:close/>
              </a:path>
            </a:pathLst>
          </a:custGeom>
          <a:gradFill flip="none" rotWithShape="1">
            <a:gsLst>
              <a:gs pos="0">
                <a:srgbClr val="1D365B"/>
              </a:gs>
              <a:gs pos="100000">
                <a:srgbClr val="2C5CA6"/>
              </a:gs>
            </a:gsLst>
            <a:lin ang="2700000" scaled="1"/>
          </a:gra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22" name="Shape 4">
            <a:extLst>
              <a:ext uri="{FF2B5EF4-FFF2-40B4-BE49-F238E27FC236}">
                <a16:creationId xmlns:a16="http://schemas.microsoft.com/office/drawing/2014/main" id="{6151D8AD-E96E-2FFA-91F1-F149DDA60BE2}"/>
              </a:ext>
            </a:extLst>
          </p:cNvPr>
          <p:cNvSpPr/>
          <p:nvPr/>
        </p:nvSpPr>
        <p:spPr>
          <a:xfrm>
            <a:off x="291351" y="1121976"/>
            <a:ext cx="5060595" cy="35719"/>
          </a:xfrm>
          <a:custGeom>
            <a:avLst/>
            <a:gdLst/>
            <a:ahLst/>
            <a:cxnLst/>
            <a:rect l="l" t="t" r="r" b="b"/>
            <a:pathLst>
              <a:path w="5638800" h="35719">
                <a:moveTo>
                  <a:pt x="35719" y="0"/>
                </a:moveTo>
                <a:lnTo>
                  <a:pt x="5603081" y="0"/>
                </a:lnTo>
                <a:cubicBezTo>
                  <a:pt x="5622795" y="0"/>
                  <a:pt x="5638800" y="16005"/>
                  <a:pt x="5638800" y="35719"/>
                </a:cubicBezTo>
                <a:lnTo>
                  <a:pt x="5638800" y="35719"/>
                </a:lnTo>
                <a:lnTo>
                  <a:pt x="0" y="35719"/>
                </a:lnTo>
                <a:lnTo>
                  <a:pt x="0" y="35719"/>
                </a:lnTo>
                <a:cubicBezTo>
                  <a:pt x="0" y="16005"/>
                  <a:pt x="16005" y="0"/>
                  <a:pt x="35719" y="0"/>
                </a:cubicBezTo>
                <a:close/>
              </a:path>
            </a:pathLst>
          </a:custGeom>
          <a:solidFill>
            <a:srgbClr val="E07A5F"/>
          </a:soli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30" name="Shape 5">
            <a:extLst>
              <a:ext uri="{FF2B5EF4-FFF2-40B4-BE49-F238E27FC236}">
                <a16:creationId xmlns:a16="http://schemas.microsoft.com/office/drawing/2014/main" id="{974762E0-33B0-CD31-DF95-65210EE1DD3A}"/>
              </a:ext>
            </a:extLst>
          </p:cNvPr>
          <p:cNvSpPr/>
          <p:nvPr/>
        </p:nvSpPr>
        <p:spPr>
          <a:xfrm>
            <a:off x="443714" y="1213819"/>
            <a:ext cx="410319"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07A5F">
              <a:alpha val="20000"/>
            </a:srgbClr>
          </a:soli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37" name="Shape 6">
            <a:extLst>
              <a:ext uri="{FF2B5EF4-FFF2-40B4-BE49-F238E27FC236}">
                <a16:creationId xmlns:a16="http://schemas.microsoft.com/office/drawing/2014/main" id="{93482503-3002-85C7-36F7-0881BD74B494}"/>
              </a:ext>
            </a:extLst>
          </p:cNvPr>
          <p:cNvSpPr/>
          <p:nvPr/>
        </p:nvSpPr>
        <p:spPr>
          <a:xfrm>
            <a:off x="600820" y="1347113"/>
            <a:ext cx="128225" cy="190500"/>
          </a:xfrm>
          <a:custGeom>
            <a:avLst/>
            <a:gdLst/>
            <a:ahLst/>
            <a:cxnLst/>
            <a:rect l="l" t="t" r="r" b="b"/>
            <a:pathLst>
              <a:path w="142875" h="190500">
                <a:moveTo>
                  <a:pt x="115863" y="11906"/>
                </a:moveTo>
                <a:lnTo>
                  <a:pt x="119063" y="11906"/>
                </a:lnTo>
                <a:cubicBezTo>
                  <a:pt x="132197" y="11906"/>
                  <a:pt x="142875" y="22585"/>
                  <a:pt x="142875" y="35719"/>
                </a:cubicBezTo>
                <a:lnTo>
                  <a:pt x="142875" y="166688"/>
                </a:lnTo>
                <a:cubicBezTo>
                  <a:pt x="142875" y="179822"/>
                  <a:pt x="132197" y="190500"/>
                  <a:pt x="119063" y="190500"/>
                </a:cubicBezTo>
                <a:lnTo>
                  <a:pt x="23812" y="190500"/>
                </a:lnTo>
                <a:cubicBezTo>
                  <a:pt x="10678" y="190500"/>
                  <a:pt x="0" y="179822"/>
                  <a:pt x="0" y="166688"/>
                </a:cubicBezTo>
                <a:lnTo>
                  <a:pt x="0" y="35719"/>
                </a:lnTo>
                <a:cubicBezTo>
                  <a:pt x="0" y="22585"/>
                  <a:pt x="10678" y="11906"/>
                  <a:pt x="23812" y="11906"/>
                </a:cubicBezTo>
                <a:lnTo>
                  <a:pt x="27012" y="11906"/>
                </a:lnTo>
                <a:cubicBezTo>
                  <a:pt x="31105" y="4800"/>
                  <a:pt x="38807" y="0"/>
                  <a:pt x="47625" y="0"/>
                </a:cubicBezTo>
                <a:lnTo>
                  <a:pt x="95250" y="0"/>
                </a:lnTo>
                <a:cubicBezTo>
                  <a:pt x="104068" y="0"/>
                  <a:pt x="111770" y="4800"/>
                  <a:pt x="115863" y="11906"/>
                </a:cubicBezTo>
                <a:close/>
                <a:moveTo>
                  <a:pt x="92273" y="41672"/>
                </a:moveTo>
                <a:cubicBezTo>
                  <a:pt x="97222" y="41672"/>
                  <a:pt x="101203" y="37691"/>
                  <a:pt x="101203" y="32742"/>
                </a:cubicBezTo>
                <a:cubicBezTo>
                  <a:pt x="101203" y="27794"/>
                  <a:pt x="97222" y="23812"/>
                  <a:pt x="92273" y="23812"/>
                </a:cubicBezTo>
                <a:lnTo>
                  <a:pt x="50602" y="23812"/>
                </a:lnTo>
                <a:cubicBezTo>
                  <a:pt x="45653" y="23812"/>
                  <a:pt x="41672" y="27794"/>
                  <a:pt x="41672" y="32742"/>
                </a:cubicBezTo>
                <a:cubicBezTo>
                  <a:pt x="41672" y="37691"/>
                  <a:pt x="45653" y="41672"/>
                  <a:pt x="50602" y="41672"/>
                </a:cubicBezTo>
                <a:lnTo>
                  <a:pt x="92273" y="41672"/>
                </a:lnTo>
                <a:close/>
                <a:moveTo>
                  <a:pt x="102840" y="96999"/>
                </a:moveTo>
                <a:cubicBezTo>
                  <a:pt x="105445" y="92832"/>
                  <a:pt x="104180" y="87325"/>
                  <a:pt x="100012" y="84683"/>
                </a:cubicBezTo>
                <a:cubicBezTo>
                  <a:pt x="95845" y="82042"/>
                  <a:pt x="90339" y="83344"/>
                  <a:pt x="87697" y="87511"/>
                </a:cubicBezTo>
                <a:lnTo>
                  <a:pt x="64852" y="124085"/>
                </a:lnTo>
                <a:lnTo>
                  <a:pt x="54806" y="110691"/>
                </a:lnTo>
                <a:cubicBezTo>
                  <a:pt x="51829" y="106747"/>
                  <a:pt x="46248" y="105928"/>
                  <a:pt x="42304" y="108905"/>
                </a:cubicBezTo>
                <a:cubicBezTo>
                  <a:pt x="38360" y="111882"/>
                  <a:pt x="37542" y="117463"/>
                  <a:pt x="40518" y="121407"/>
                </a:cubicBezTo>
                <a:lnTo>
                  <a:pt x="58378" y="145219"/>
                </a:lnTo>
                <a:cubicBezTo>
                  <a:pt x="60127" y="147563"/>
                  <a:pt x="62954" y="148903"/>
                  <a:pt x="65894" y="148791"/>
                </a:cubicBezTo>
                <a:cubicBezTo>
                  <a:pt x="68833" y="148679"/>
                  <a:pt x="71512" y="147117"/>
                  <a:pt x="73075" y="144587"/>
                </a:cubicBezTo>
                <a:lnTo>
                  <a:pt x="102840" y="96962"/>
                </a:lnTo>
                <a:close/>
              </a:path>
            </a:pathLst>
          </a:custGeom>
          <a:solidFill>
            <a:srgbClr val="E07A5F"/>
          </a:soli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41" name="Text 7">
            <a:extLst>
              <a:ext uri="{FF2B5EF4-FFF2-40B4-BE49-F238E27FC236}">
                <a16:creationId xmlns:a16="http://schemas.microsoft.com/office/drawing/2014/main" id="{0DD86B3D-C919-9437-608E-0876AF88DCBC}"/>
              </a:ext>
            </a:extLst>
          </p:cNvPr>
          <p:cNvSpPr/>
          <p:nvPr/>
        </p:nvSpPr>
        <p:spPr>
          <a:xfrm>
            <a:off x="1015121" y="1290000"/>
            <a:ext cx="3655489" cy="304800"/>
          </a:xfrm>
          <a:prstGeom prst="rect">
            <a:avLst/>
          </a:prstGeom>
          <a:noFill/>
          <a:ln/>
        </p:spPr>
        <p:txBody>
          <a:bodyPr wrap="square" lIns="0" tIns="0" rIns="0" bIns="0" rtlCol="0" anchor="ctr"/>
          <a:lstStyle/>
          <a:p>
            <a:pPr>
              <a:lnSpc>
                <a:spcPct val="110000"/>
              </a:lnSpc>
            </a:pPr>
            <a:r>
              <a:rPr lang="es-MX" sz="1600" b="1" noProof="0">
                <a:solidFill>
                  <a:srgbClr val="EDF2F4"/>
                </a:solidFill>
                <a:latin typeface="Segoe UI Semilight" panose="020B0402040204020203" pitchFamily="34" charset="0"/>
                <a:ea typeface="Noto Sans SC" panose="020B0604020202020204" charset="-128"/>
                <a:cs typeface="Segoe UI Semilight" panose="020B0402040204020203" pitchFamily="34" charset="0"/>
              </a:rPr>
              <a:t>Premisas del proyecto</a:t>
            </a:r>
            <a:endParaRPr lang="es-MX" sz="1400" noProof="0">
              <a:latin typeface="Segoe UI Semilight" panose="020B0402040204020203" pitchFamily="34" charset="0"/>
              <a:ea typeface="Noto Sans SC" panose="020B0604020202020204" charset="-128"/>
              <a:cs typeface="Segoe UI Semilight" panose="020B0402040204020203" pitchFamily="34" charset="0"/>
            </a:endParaRPr>
          </a:p>
        </p:txBody>
      </p:sp>
      <p:sp>
        <p:nvSpPr>
          <p:cNvPr id="43" name="Text 9">
            <a:extLst>
              <a:ext uri="{FF2B5EF4-FFF2-40B4-BE49-F238E27FC236}">
                <a16:creationId xmlns:a16="http://schemas.microsoft.com/office/drawing/2014/main" id="{BD2CDD2D-419E-04BC-C6BA-015E7ED0CD5D}"/>
              </a:ext>
            </a:extLst>
          </p:cNvPr>
          <p:cNvSpPr/>
          <p:nvPr/>
        </p:nvSpPr>
        <p:spPr>
          <a:xfrm>
            <a:off x="557259" y="1728095"/>
            <a:ext cx="4669165" cy="4690256"/>
          </a:xfrm>
          <a:prstGeom prst="rect">
            <a:avLst/>
          </a:prstGeom>
          <a:noFill/>
          <a:ln/>
        </p:spPr>
        <p:txBody>
          <a:bodyPr wrap="square" lIns="0" tIns="0" rIns="0" bIns="0" rtlCol="0" anchor="ctr"/>
          <a:lstStyle/>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Dylo dispondrá de licencias Microsoft 365 Business Premium activas y asignadas a los usuarios que formarán parte del alcance del proyecto</a:t>
            </a:r>
          </a:p>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El servicio considera la implementación de funcionalidades estándar incluidas en Microsoft 365 Business Premium, sin desarrollo de componentes personalizados o integraciones no nativas con soluciones de terceros.</a:t>
            </a:r>
          </a:p>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La definición de políticas de Acceso Condicional, MFA, SSPR y protección de contraseñas se realizará con base en las mejores prácticas de Microsoft y los requerimientos proporcionados por Dylo.</a:t>
            </a:r>
          </a:p>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La implementación de Microsoft Intune considera dispositivos Windows, macOS, iOS y Android compatibles y soportados por Microsoft, excluyendo sistemas operativos fuera de soporte.</a:t>
            </a:r>
          </a:p>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Las capacidades de Mobile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Application</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Management (MAM) serán implementadas únicamente sobre aplicaciones Microsoft compatibles, tales como Outlook,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Teams</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OneDrive y aplicaciones de Microsoft 365 soportadas.</a:t>
            </a:r>
          </a:p>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Las configuraciones de Defender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for</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Business incluirán capacidades estándar de NGAV, EDR, protección contra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ransomware</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y recomendaciones de seguridad.</a:t>
            </a:r>
          </a:p>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Las etiquetas de confidencialidad serán implementadas en modalidad manual, quedando fuera del alcance la clasificación automática o basada en inteligencia artificial.</a:t>
            </a:r>
          </a:p>
          <a:p>
            <a:pPr marL="171450" indent="-171450" algn="just">
              <a:lnSpc>
                <a:spcPct val="110000"/>
              </a:lnSpc>
              <a:buClr>
                <a:schemeClr val="accent2">
                  <a:lumMod val="60000"/>
                  <a:lumOff val="40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Las actividades se ejecutarán de forma remota.</a:t>
            </a:r>
          </a:p>
        </p:txBody>
      </p:sp>
      <p:sp>
        <p:nvSpPr>
          <p:cNvPr id="45" name="Shape 24">
            <a:extLst>
              <a:ext uri="{FF2B5EF4-FFF2-40B4-BE49-F238E27FC236}">
                <a16:creationId xmlns:a16="http://schemas.microsoft.com/office/drawing/2014/main" id="{662FB93F-08CE-6B3D-42DA-3E9B2592836E}"/>
              </a:ext>
            </a:extLst>
          </p:cNvPr>
          <p:cNvSpPr/>
          <p:nvPr/>
        </p:nvSpPr>
        <p:spPr>
          <a:xfrm>
            <a:off x="6082532" y="1182936"/>
            <a:ext cx="5060595" cy="5403561"/>
          </a:xfrm>
          <a:custGeom>
            <a:avLst/>
            <a:gdLst/>
            <a:ahLst/>
            <a:cxnLst/>
            <a:rect l="l" t="t" r="r" b="b"/>
            <a:pathLst>
              <a:path w="5638800" h="4504134">
                <a:moveTo>
                  <a:pt x="35719" y="0"/>
                </a:moveTo>
                <a:lnTo>
                  <a:pt x="5603081" y="0"/>
                </a:lnTo>
                <a:cubicBezTo>
                  <a:pt x="5622808" y="0"/>
                  <a:pt x="5638800" y="15992"/>
                  <a:pt x="5638800" y="35719"/>
                </a:cubicBezTo>
                <a:lnTo>
                  <a:pt x="5638800" y="4389819"/>
                </a:lnTo>
                <a:cubicBezTo>
                  <a:pt x="5638800" y="4452954"/>
                  <a:pt x="5587619" y="4504134"/>
                  <a:pt x="5524485" y="4504134"/>
                </a:cubicBezTo>
                <a:lnTo>
                  <a:pt x="114315" y="4504134"/>
                </a:lnTo>
                <a:cubicBezTo>
                  <a:pt x="51181" y="4504134"/>
                  <a:pt x="0" y="4452954"/>
                  <a:pt x="0" y="4389819"/>
                </a:cubicBezTo>
                <a:lnTo>
                  <a:pt x="0" y="35719"/>
                </a:lnTo>
                <a:cubicBezTo>
                  <a:pt x="0" y="16005"/>
                  <a:pt x="16005" y="0"/>
                  <a:pt x="35719" y="0"/>
                </a:cubicBezTo>
                <a:close/>
              </a:path>
            </a:pathLst>
          </a:custGeom>
          <a:gradFill flip="none" rotWithShape="1">
            <a:gsLst>
              <a:gs pos="0">
                <a:srgbClr val="2C5CA6"/>
              </a:gs>
              <a:gs pos="100000">
                <a:srgbClr val="4394AF"/>
              </a:gs>
            </a:gsLst>
            <a:lin ang="2700000" scaled="1"/>
          </a:gra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47" name="Shape 25">
            <a:extLst>
              <a:ext uri="{FF2B5EF4-FFF2-40B4-BE49-F238E27FC236}">
                <a16:creationId xmlns:a16="http://schemas.microsoft.com/office/drawing/2014/main" id="{E6AEFA95-2832-A0BA-19C7-2EF4A3C76552}"/>
              </a:ext>
            </a:extLst>
          </p:cNvPr>
          <p:cNvSpPr/>
          <p:nvPr/>
        </p:nvSpPr>
        <p:spPr>
          <a:xfrm>
            <a:off x="6082532" y="1139394"/>
            <a:ext cx="5060595" cy="35719"/>
          </a:xfrm>
          <a:custGeom>
            <a:avLst/>
            <a:gdLst/>
            <a:ahLst/>
            <a:cxnLst/>
            <a:rect l="l" t="t" r="r" b="b"/>
            <a:pathLst>
              <a:path w="5638800" h="35719">
                <a:moveTo>
                  <a:pt x="35719" y="0"/>
                </a:moveTo>
                <a:lnTo>
                  <a:pt x="5603081" y="0"/>
                </a:lnTo>
                <a:cubicBezTo>
                  <a:pt x="5622795" y="0"/>
                  <a:pt x="5638800" y="16005"/>
                  <a:pt x="5638800" y="35719"/>
                </a:cubicBezTo>
                <a:lnTo>
                  <a:pt x="5638800" y="35719"/>
                </a:lnTo>
                <a:lnTo>
                  <a:pt x="0" y="35719"/>
                </a:lnTo>
                <a:lnTo>
                  <a:pt x="0" y="35719"/>
                </a:lnTo>
                <a:cubicBezTo>
                  <a:pt x="0" y="16005"/>
                  <a:pt x="16005" y="0"/>
                  <a:pt x="35719" y="0"/>
                </a:cubicBezTo>
                <a:close/>
              </a:path>
            </a:pathLst>
          </a:custGeom>
          <a:solidFill>
            <a:srgbClr val="8D99AE"/>
          </a:soli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53" name="Shape 26">
            <a:extLst>
              <a:ext uri="{FF2B5EF4-FFF2-40B4-BE49-F238E27FC236}">
                <a16:creationId xmlns:a16="http://schemas.microsoft.com/office/drawing/2014/main" id="{9CD0A564-29F9-F7D5-2A1A-7541F3146D5F}"/>
              </a:ext>
            </a:extLst>
          </p:cNvPr>
          <p:cNvSpPr/>
          <p:nvPr/>
        </p:nvSpPr>
        <p:spPr>
          <a:xfrm>
            <a:off x="6234895" y="1213819"/>
            <a:ext cx="410319"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D99AE">
              <a:alpha val="20000"/>
            </a:srgbClr>
          </a:soli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55" name="Shape 27">
            <a:extLst>
              <a:ext uri="{FF2B5EF4-FFF2-40B4-BE49-F238E27FC236}">
                <a16:creationId xmlns:a16="http://schemas.microsoft.com/office/drawing/2014/main" id="{2B6CF58C-825A-6C49-4B97-69F3648C3A97}"/>
              </a:ext>
            </a:extLst>
          </p:cNvPr>
          <p:cNvSpPr/>
          <p:nvPr/>
        </p:nvSpPr>
        <p:spPr>
          <a:xfrm>
            <a:off x="6344378" y="1347113"/>
            <a:ext cx="213708"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8D99AE"/>
          </a:solidFill>
          <a:ln/>
        </p:spPr>
        <p:txBody>
          <a:bodyPr/>
          <a:lstStyle/>
          <a:p>
            <a:endParaRPr lang="es-MX" sz="1600">
              <a:latin typeface="Segoe UI Semilight" panose="020B0402040204020203" pitchFamily="34" charset="0"/>
              <a:cs typeface="Segoe UI Semilight" panose="020B0402040204020203" pitchFamily="34" charset="0"/>
            </a:endParaRPr>
          </a:p>
        </p:txBody>
      </p:sp>
      <p:sp>
        <p:nvSpPr>
          <p:cNvPr id="57" name="Text 28">
            <a:extLst>
              <a:ext uri="{FF2B5EF4-FFF2-40B4-BE49-F238E27FC236}">
                <a16:creationId xmlns:a16="http://schemas.microsoft.com/office/drawing/2014/main" id="{2C2AA80A-2483-2B77-4897-AEB2A59621F2}"/>
              </a:ext>
            </a:extLst>
          </p:cNvPr>
          <p:cNvSpPr/>
          <p:nvPr/>
        </p:nvSpPr>
        <p:spPr>
          <a:xfrm>
            <a:off x="6806302" y="1290000"/>
            <a:ext cx="4172719" cy="304800"/>
          </a:xfrm>
          <a:prstGeom prst="rect">
            <a:avLst/>
          </a:prstGeom>
          <a:noFill/>
          <a:ln/>
        </p:spPr>
        <p:txBody>
          <a:bodyPr wrap="square" lIns="0" tIns="0" rIns="0" bIns="0" rtlCol="0" anchor="ctr"/>
          <a:lstStyle/>
          <a:p>
            <a:pPr>
              <a:lnSpc>
                <a:spcPct val="110000"/>
              </a:lnSpc>
            </a:pPr>
            <a:r>
              <a:rPr lang="es-MX" sz="1600" b="1" noProof="0">
                <a:solidFill>
                  <a:srgbClr val="EDF2F4"/>
                </a:solidFill>
                <a:latin typeface="Segoe UI Semilight" panose="020B0402040204020203" pitchFamily="34" charset="0"/>
                <a:ea typeface="Noto Sans SC" panose="020B0604020202020204" charset="-128"/>
                <a:cs typeface="Segoe UI Semilight" panose="020B0402040204020203" pitchFamily="34" charset="0"/>
              </a:rPr>
              <a:t>Requerimientos técnicos</a:t>
            </a:r>
            <a:endParaRPr lang="es-MX" sz="1400" noProof="0">
              <a:latin typeface="Segoe UI Semilight" panose="020B0402040204020203" pitchFamily="34" charset="0"/>
              <a:ea typeface="Noto Sans SC" panose="020B0604020202020204" charset="-128"/>
              <a:cs typeface="Segoe UI Semilight" panose="020B0402040204020203" pitchFamily="34" charset="0"/>
            </a:endParaRPr>
          </a:p>
        </p:txBody>
      </p:sp>
      <p:sp>
        <p:nvSpPr>
          <p:cNvPr id="59" name="Text 30">
            <a:extLst>
              <a:ext uri="{FF2B5EF4-FFF2-40B4-BE49-F238E27FC236}">
                <a16:creationId xmlns:a16="http://schemas.microsoft.com/office/drawing/2014/main" id="{E6CF8B8B-7E44-6EC0-1BDB-B26AA69E7E41}"/>
              </a:ext>
            </a:extLst>
          </p:cNvPr>
          <p:cNvSpPr/>
          <p:nvPr/>
        </p:nvSpPr>
        <p:spPr>
          <a:xfrm>
            <a:off x="6344377" y="1762947"/>
            <a:ext cx="4634645" cy="4655403"/>
          </a:xfrm>
          <a:prstGeom prst="rect">
            <a:avLst/>
          </a:prstGeom>
          <a:noFill/>
          <a:ln/>
        </p:spPr>
        <p:txBody>
          <a:bodyPr wrap="square" lIns="0" tIns="0" rIns="0" bIns="0" rtlCol="0" anchor="ctr"/>
          <a:lstStyle/>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Licencias Microsoft 365 Business Premium activas y asignadas a los usuarios incluidos en el alcance.</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Tenant de Microsoft 365 operativo con acceso administrativo global para las actividades de implementación.</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Disponibilidad de cuentas con privilegios administrativos para la ejecución de configuraciones y validaciones.</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Inventario actualizado de usuarios, dispositivos y sistemas operativos que serán incluidos en el proyecto.</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Dispositivos Windows, macOS, iOS y Android compatibles con Microsoft Intune y en versiones soportadas por Microsoft.</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Conectividad a Internet y acceso a los servicios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cloud</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de Microsoft requeridos para Microsoft 365, Intune y Defender.</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Acceso a los dominios corporativos necesarios para la configuración de autenticación, acceso seguro y protección de correo electrónico.</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Aplicaciones corporativas que serán integradas mediante Single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Sign-On</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(SSO) deberán ser compatibles con SAML,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OpenID</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a:t>
            </a:r>
            <a:r>
              <a:rPr lang="es-MX" sz="1150" noProof="0" err="1">
                <a:solidFill>
                  <a:schemeClr val="bg1"/>
                </a:solidFill>
                <a:latin typeface="Segoe UI Semilight" panose="020B0402040204020203" pitchFamily="34" charset="0"/>
                <a:ea typeface="MiSans" pitchFamily="34" charset="-122"/>
                <a:cs typeface="Segoe UI Semilight" panose="020B0402040204020203" pitchFamily="34" charset="0"/>
              </a:rPr>
              <a:t>Connect</a:t>
            </a: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 (OIDC) u otros mecanismos soportados por Microsoft Entra ID.</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Disponibilidad de los equipos de TI de Dylo para participar en talleres de levantamiento, validaciones funcionales y pruebas de aceptación.</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Definición de grupos piloto de usuarios y dispositivos para la validación controlada de las funcionalidades implementadas.</a:t>
            </a:r>
          </a:p>
          <a:p>
            <a:pPr marL="171450" indent="-171450" algn="just">
              <a:lnSpc>
                <a:spcPct val="110000"/>
              </a:lnSpc>
              <a:buClr>
                <a:schemeClr val="bg1">
                  <a:lumMod val="85000"/>
                </a:schemeClr>
              </a:buClr>
              <a:buFont typeface="Wingdings" panose="05000000000000000000" pitchFamily="2" charset="2"/>
              <a:buChar char="ü"/>
            </a:pPr>
            <a:r>
              <a:rPr lang="es-MX" sz="1150" noProof="0">
                <a:solidFill>
                  <a:schemeClr val="bg1"/>
                </a:solidFill>
                <a:latin typeface="Segoe UI Semilight" panose="020B0402040204020203" pitchFamily="34" charset="0"/>
                <a:ea typeface="MiSans" pitchFamily="34" charset="-122"/>
                <a:cs typeface="Segoe UI Semilight" panose="020B0402040204020203" pitchFamily="34" charset="0"/>
              </a:rPr>
              <a:t>Disponibilidad de información sobre los criterios de clasificación de información que permita definir las etiquetas de confidencialidad.</a:t>
            </a:r>
          </a:p>
        </p:txBody>
      </p:sp>
    </p:spTree>
    <p:extLst>
      <p:ext uri="{BB962C8B-B14F-4D97-AF65-F5344CB8AC3E}">
        <p14:creationId xmlns:p14="http://schemas.microsoft.com/office/powerpoint/2010/main" val="67761764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04A3-4C56-37BC-EF9A-1AE30CF3FEFE}"/>
            </a:ext>
          </a:extLst>
        </p:cNvPr>
        <p:cNvGrpSpPr/>
        <p:nvPr/>
      </p:nvGrpSpPr>
      <p:grpSpPr>
        <a:xfrm>
          <a:off x="0" y="0"/>
          <a:ext cx="0" cy="0"/>
          <a:chOff x="0" y="0"/>
          <a:chExt cx="0" cy="0"/>
        </a:xfrm>
      </p:grpSpPr>
      <p:grpSp>
        <p:nvGrpSpPr>
          <p:cNvPr id="51" name="Grupo 50">
            <a:extLst>
              <a:ext uri="{FF2B5EF4-FFF2-40B4-BE49-F238E27FC236}">
                <a16:creationId xmlns:a16="http://schemas.microsoft.com/office/drawing/2014/main" id="{C0027517-5AE9-316D-2BE5-BC84591E4A15}"/>
              </a:ext>
            </a:extLst>
          </p:cNvPr>
          <p:cNvGrpSpPr/>
          <p:nvPr/>
        </p:nvGrpSpPr>
        <p:grpSpPr>
          <a:xfrm>
            <a:off x="-90742" y="-23367"/>
            <a:ext cx="12282742" cy="941265"/>
            <a:chOff x="1" y="0"/>
            <a:chExt cx="11511844" cy="941265"/>
          </a:xfrm>
        </p:grpSpPr>
        <p:sp>
          <p:nvSpPr>
            <p:cNvPr id="48" name="Rectangle 1">
              <a:extLst>
                <a:ext uri="{FF2B5EF4-FFF2-40B4-BE49-F238E27FC236}">
                  <a16:creationId xmlns:a16="http://schemas.microsoft.com/office/drawing/2014/main" id="{0A0CFFCA-86C1-F536-A8CC-E854FF8365B6}"/>
                </a:ext>
              </a:extLst>
            </p:cNvPr>
            <p:cNvSpPr/>
            <p:nvPr/>
          </p:nvSpPr>
          <p:spPr>
            <a:xfrm>
              <a:off x="1" y="0"/>
              <a:ext cx="11511844" cy="895546"/>
            </a:xfrm>
            <a:prstGeom prst="rect">
              <a:avLst/>
            </a:prstGeom>
            <a:solidFill>
              <a:srgbClr val="19365A"/>
            </a:solidFill>
            <a:ln>
              <a:noFill/>
            </a:ln>
          </p:spPr>
          <p:style>
            <a:lnRef idx="1">
              <a:schemeClr val="accent1"/>
            </a:lnRef>
            <a:fillRef idx="3">
              <a:schemeClr val="accent1"/>
            </a:fillRef>
            <a:effectRef idx="2">
              <a:schemeClr val="accent1"/>
            </a:effectRef>
            <a:fontRef idx="minor">
              <a:schemeClr val="lt1"/>
            </a:fontRef>
          </p:style>
          <p:txBody>
            <a:bodyPr lIns="365760" tIns="7315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50" name="Rectangle 2">
              <a:extLst>
                <a:ext uri="{FF2B5EF4-FFF2-40B4-BE49-F238E27FC236}">
                  <a16:creationId xmlns:a16="http://schemas.microsoft.com/office/drawing/2014/main" id="{D56798F7-BC90-B38E-6B48-12421E84C44F}"/>
                </a:ext>
              </a:extLst>
            </p:cNvPr>
            <p:cNvSpPr/>
            <p:nvPr/>
          </p:nvSpPr>
          <p:spPr>
            <a:xfrm>
              <a:off x="2" y="895546"/>
              <a:ext cx="11511843" cy="45719"/>
            </a:xfrm>
            <a:prstGeom prst="rect">
              <a:avLst/>
            </a:prstGeom>
            <a:solidFill>
              <a:srgbClr val="EF7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endParaRPr>
            </a:p>
          </p:txBody>
        </p:sp>
      </p:grpSp>
      <p:sp>
        <p:nvSpPr>
          <p:cNvPr id="3" name="Text 1">
            <a:extLst>
              <a:ext uri="{FF2B5EF4-FFF2-40B4-BE49-F238E27FC236}">
                <a16:creationId xmlns:a16="http://schemas.microsoft.com/office/drawing/2014/main" id="{148CFEA7-5532-AA13-4823-7F8532749895}"/>
              </a:ext>
            </a:extLst>
          </p:cNvPr>
          <p:cNvSpPr/>
          <p:nvPr/>
        </p:nvSpPr>
        <p:spPr>
          <a:xfrm>
            <a:off x="944544" y="286887"/>
            <a:ext cx="10907377" cy="457200"/>
          </a:xfrm>
          <a:prstGeom prst="rect">
            <a:avLst/>
          </a:prstGeom>
          <a:noFill/>
          <a:ln/>
        </p:spPr>
        <p:txBody>
          <a:bodyPr wrap="square" lIns="0" tIns="0" rIns="0" bIns="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r>
              <a:rPr lang="es-MX" sz="2800">
                <a:solidFill>
                  <a:srgbClr val="FFFFFF"/>
                </a:solidFill>
                <a:latin typeface="Segoe UI Semilight" panose="020B0402040204020203" pitchFamily="34" charset="0"/>
                <a:ea typeface="Noto Sans SC" pitchFamily="34" charset="-122"/>
                <a:cs typeface="Segoe UI Semilight" panose="020B0402040204020203" pitchFamily="34" charset="0"/>
              </a:rPr>
              <a:t>Acuerdos y Próximos pasos</a:t>
            </a:r>
            <a:endParaRPr kumimoji="0" lang="es-MX"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endParaRPr>
          </a:p>
        </p:txBody>
      </p:sp>
      <p:sp>
        <p:nvSpPr>
          <p:cNvPr id="4" name="Shape 2">
            <a:extLst>
              <a:ext uri="{FF2B5EF4-FFF2-40B4-BE49-F238E27FC236}">
                <a16:creationId xmlns:a16="http://schemas.microsoft.com/office/drawing/2014/main" id="{3E3D3E41-6046-A2B8-9E21-AB5D915426BD}"/>
              </a:ext>
            </a:extLst>
          </p:cNvPr>
          <p:cNvSpPr/>
          <p:nvPr/>
        </p:nvSpPr>
        <p:spPr>
          <a:xfrm>
            <a:off x="640080" y="1737360"/>
            <a:ext cx="502920" cy="502920"/>
          </a:xfrm>
          <a:prstGeom prst="ellipse">
            <a:avLst/>
          </a:prstGeom>
          <a:solidFill>
            <a:srgbClr val="1E2761"/>
          </a:solidFill>
          <a:ln/>
        </p:spPr>
        <p:txBody>
          <a:bodyPr/>
          <a:lstStyle/>
          <a:p>
            <a:endParaRPr lang="es-MX"/>
          </a:p>
        </p:txBody>
      </p:sp>
      <p:sp>
        <p:nvSpPr>
          <p:cNvPr id="6" name="Text 3">
            <a:extLst>
              <a:ext uri="{FF2B5EF4-FFF2-40B4-BE49-F238E27FC236}">
                <a16:creationId xmlns:a16="http://schemas.microsoft.com/office/drawing/2014/main" id="{92E5600D-A02F-484F-768B-0AF0D9811077}"/>
              </a:ext>
            </a:extLst>
          </p:cNvPr>
          <p:cNvSpPr/>
          <p:nvPr/>
        </p:nvSpPr>
        <p:spPr>
          <a:xfrm>
            <a:off x="640080" y="1737360"/>
            <a:ext cx="502920" cy="502920"/>
          </a:xfrm>
          <a:prstGeom prst="rect">
            <a:avLst/>
          </a:prstGeom>
          <a:noFill/>
          <a:ln/>
        </p:spPr>
        <p:txBody>
          <a:bodyPr wrap="square" rtlCol="0" anchor="ctr"/>
          <a:lstStyle/>
          <a:p>
            <a:pPr marL="0" indent="0" algn="ctr">
              <a:buNone/>
            </a:pPr>
            <a:r>
              <a:rPr lang="en-US" sz="1600" b="1">
                <a:solidFill>
                  <a:schemeClr val="bg1"/>
                </a:solidFill>
                <a:latin typeface="Arial" pitchFamily="34" charset="0"/>
                <a:ea typeface="Arial" pitchFamily="34" charset="-122"/>
                <a:cs typeface="Arial" pitchFamily="34" charset="-120"/>
              </a:rPr>
              <a:t>1</a:t>
            </a:r>
            <a:endParaRPr lang="en-US" sz="1600">
              <a:solidFill>
                <a:schemeClr val="bg1"/>
              </a:solidFill>
            </a:endParaRPr>
          </a:p>
        </p:txBody>
      </p:sp>
      <p:sp>
        <p:nvSpPr>
          <p:cNvPr id="10" name="Text 5">
            <a:extLst>
              <a:ext uri="{FF2B5EF4-FFF2-40B4-BE49-F238E27FC236}">
                <a16:creationId xmlns:a16="http://schemas.microsoft.com/office/drawing/2014/main" id="{3F461AAB-2A6A-8742-0574-4B607EB959DA}"/>
              </a:ext>
            </a:extLst>
          </p:cNvPr>
          <p:cNvSpPr/>
          <p:nvPr/>
        </p:nvSpPr>
        <p:spPr>
          <a:xfrm>
            <a:off x="1600200" y="1691640"/>
            <a:ext cx="9784080" cy="640080"/>
          </a:xfrm>
          <a:prstGeom prst="rect">
            <a:avLst/>
          </a:prstGeom>
          <a:noFill/>
          <a:ln/>
        </p:spPr>
        <p:txBody>
          <a:bodyPr wrap="square" rtlCol="0" anchor="ctr"/>
          <a:lstStyle/>
          <a:p>
            <a:pPr marL="0" indent="0">
              <a:buNone/>
            </a:pPr>
            <a:r>
              <a:rPr lang="en-US" sz="1400" dirty="0" err="1">
                <a:solidFill>
                  <a:srgbClr val="1E2761"/>
                </a:solidFill>
                <a:latin typeface="Arial" pitchFamily="34" charset="0"/>
                <a:ea typeface="Arial" pitchFamily="34" charset="-122"/>
                <a:cs typeface="Arial" pitchFamily="34" charset="-120"/>
              </a:rPr>
              <a:t>Confirmar</a:t>
            </a:r>
            <a:r>
              <a:rPr lang="en-US" sz="1400" dirty="0">
                <a:solidFill>
                  <a:srgbClr val="1E2761"/>
                </a:solidFill>
                <a:latin typeface="Arial" pitchFamily="34" charset="0"/>
                <a:ea typeface="Arial" pitchFamily="34" charset="-122"/>
                <a:cs typeface="Arial" pitchFamily="34" charset="-120"/>
              </a:rPr>
              <a:t> </a:t>
            </a:r>
            <a:r>
              <a:rPr lang="en-US" sz="1400" dirty="0" err="1">
                <a:solidFill>
                  <a:srgbClr val="1E2761"/>
                </a:solidFill>
                <a:latin typeface="Arial" pitchFamily="34" charset="0"/>
                <a:ea typeface="Arial" pitchFamily="34" charset="-122"/>
                <a:cs typeface="Arial" pitchFamily="34" charset="-120"/>
              </a:rPr>
              <a:t>fecha</a:t>
            </a:r>
            <a:r>
              <a:rPr lang="en-US" sz="1400" dirty="0">
                <a:solidFill>
                  <a:srgbClr val="1E2761"/>
                </a:solidFill>
                <a:latin typeface="Arial" pitchFamily="34" charset="0"/>
                <a:ea typeface="Arial" pitchFamily="34" charset="-122"/>
                <a:cs typeface="Arial" pitchFamily="34" charset="-120"/>
              </a:rPr>
              <a:t> de inicio y </a:t>
            </a:r>
            <a:r>
              <a:rPr lang="en-US" sz="1400" dirty="0" err="1">
                <a:solidFill>
                  <a:srgbClr val="1E2761"/>
                </a:solidFill>
                <a:latin typeface="Arial" pitchFamily="34" charset="0"/>
                <a:ea typeface="Arial" pitchFamily="34" charset="-122"/>
                <a:cs typeface="Arial" pitchFamily="34" charset="-120"/>
              </a:rPr>
              <a:t>accesos</a:t>
            </a:r>
            <a:r>
              <a:rPr lang="en-US" sz="1400" dirty="0">
                <a:solidFill>
                  <a:srgbClr val="1E2761"/>
                </a:solidFill>
                <a:latin typeface="Arial" pitchFamily="34" charset="0"/>
                <a:ea typeface="Arial" pitchFamily="34" charset="-122"/>
                <a:cs typeface="Arial" pitchFamily="34" charset="-120"/>
              </a:rPr>
              <a:t> </a:t>
            </a:r>
            <a:r>
              <a:rPr lang="en-US" sz="1400" dirty="0" err="1">
                <a:solidFill>
                  <a:srgbClr val="1E2761"/>
                </a:solidFill>
                <a:latin typeface="Arial" pitchFamily="34" charset="0"/>
                <a:ea typeface="Arial" pitchFamily="34" charset="-122"/>
                <a:cs typeface="Arial" pitchFamily="34" charset="-120"/>
              </a:rPr>
              <a:t>administrativos</a:t>
            </a:r>
            <a:endParaRPr lang="en-US" sz="1400" dirty="0"/>
          </a:p>
        </p:txBody>
      </p:sp>
      <p:sp>
        <p:nvSpPr>
          <p:cNvPr id="12" name="Shape 6">
            <a:extLst>
              <a:ext uri="{FF2B5EF4-FFF2-40B4-BE49-F238E27FC236}">
                <a16:creationId xmlns:a16="http://schemas.microsoft.com/office/drawing/2014/main" id="{D503C769-3CA9-E12C-698E-5616133143E3}"/>
              </a:ext>
            </a:extLst>
          </p:cNvPr>
          <p:cNvSpPr/>
          <p:nvPr/>
        </p:nvSpPr>
        <p:spPr>
          <a:xfrm>
            <a:off x="640080" y="2514600"/>
            <a:ext cx="502920" cy="502920"/>
          </a:xfrm>
          <a:prstGeom prst="ellipse">
            <a:avLst/>
          </a:prstGeom>
          <a:solidFill>
            <a:srgbClr val="1E2761"/>
          </a:solidFill>
          <a:ln/>
        </p:spPr>
        <p:txBody>
          <a:bodyPr/>
          <a:lstStyle/>
          <a:p>
            <a:endParaRPr lang="es-MX"/>
          </a:p>
        </p:txBody>
      </p:sp>
      <p:sp>
        <p:nvSpPr>
          <p:cNvPr id="14" name="Text 7">
            <a:extLst>
              <a:ext uri="{FF2B5EF4-FFF2-40B4-BE49-F238E27FC236}">
                <a16:creationId xmlns:a16="http://schemas.microsoft.com/office/drawing/2014/main" id="{BD04FA8A-5350-4BD9-29D2-40F5BBE2FEC6}"/>
              </a:ext>
            </a:extLst>
          </p:cNvPr>
          <p:cNvSpPr/>
          <p:nvPr/>
        </p:nvSpPr>
        <p:spPr>
          <a:xfrm>
            <a:off x="640080" y="2514600"/>
            <a:ext cx="502920" cy="502920"/>
          </a:xfrm>
          <a:prstGeom prst="rect">
            <a:avLst/>
          </a:prstGeom>
          <a:noFill/>
          <a:ln/>
        </p:spPr>
        <p:txBody>
          <a:bodyPr wrap="square" rtlCol="0" anchor="ctr"/>
          <a:lstStyle/>
          <a:p>
            <a:pPr marL="0" indent="0" algn="ctr">
              <a:buNone/>
            </a:pPr>
            <a:r>
              <a:rPr lang="en-US" sz="1600" b="1">
                <a:solidFill>
                  <a:schemeClr val="bg1"/>
                </a:solidFill>
                <a:latin typeface="Arial" pitchFamily="34" charset="0"/>
                <a:ea typeface="Arial" pitchFamily="34" charset="-122"/>
                <a:cs typeface="Arial" pitchFamily="34" charset="-120"/>
              </a:rPr>
              <a:t>2</a:t>
            </a:r>
            <a:endParaRPr lang="en-US" sz="1600">
              <a:solidFill>
                <a:schemeClr val="bg1"/>
              </a:solidFill>
            </a:endParaRPr>
          </a:p>
        </p:txBody>
      </p:sp>
      <p:sp>
        <p:nvSpPr>
          <p:cNvPr id="18" name="Text 9">
            <a:extLst>
              <a:ext uri="{FF2B5EF4-FFF2-40B4-BE49-F238E27FC236}">
                <a16:creationId xmlns:a16="http://schemas.microsoft.com/office/drawing/2014/main" id="{821755D1-6DFA-ADE0-04C6-1E8DAA1C869E}"/>
              </a:ext>
            </a:extLst>
          </p:cNvPr>
          <p:cNvSpPr/>
          <p:nvPr/>
        </p:nvSpPr>
        <p:spPr>
          <a:xfrm>
            <a:off x="1600200" y="2468880"/>
            <a:ext cx="9784080" cy="640080"/>
          </a:xfrm>
          <a:prstGeom prst="rect">
            <a:avLst/>
          </a:prstGeom>
          <a:noFill/>
          <a:ln/>
        </p:spPr>
        <p:txBody>
          <a:bodyPr wrap="square" rtlCol="0" anchor="ctr"/>
          <a:lstStyle/>
          <a:p>
            <a:pPr marL="0" indent="0">
              <a:buNone/>
            </a:pPr>
            <a:r>
              <a:rPr lang="en-US" sz="1400" dirty="0">
                <a:solidFill>
                  <a:srgbClr val="1E2761"/>
                </a:solidFill>
                <a:latin typeface="Arial" pitchFamily="34" charset="0"/>
                <a:ea typeface="Arial" pitchFamily="34" charset="-122"/>
                <a:cs typeface="Arial" pitchFamily="34" charset="-120"/>
              </a:rPr>
              <a:t>Definir requerimientos e inicio de actividades.</a:t>
            </a:r>
            <a:endParaRPr lang="en-US" sz="1400" dirty="0"/>
          </a:p>
        </p:txBody>
      </p:sp>
      <p:sp>
        <p:nvSpPr>
          <p:cNvPr id="20" name="Shape 10">
            <a:extLst>
              <a:ext uri="{FF2B5EF4-FFF2-40B4-BE49-F238E27FC236}">
                <a16:creationId xmlns:a16="http://schemas.microsoft.com/office/drawing/2014/main" id="{DA07E41D-35A8-BCAD-0D18-B81A3E494A51}"/>
              </a:ext>
            </a:extLst>
          </p:cNvPr>
          <p:cNvSpPr/>
          <p:nvPr/>
        </p:nvSpPr>
        <p:spPr>
          <a:xfrm>
            <a:off x="640080" y="3291840"/>
            <a:ext cx="502920" cy="502920"/>
          </a:xfrm>
          <a:prstGeom prst="ellipse">
            <a:avLst/>
          </a:prstGeom>
          <a:solidFill>
            <a:srgbClr val="1E2761"/>
          </a:solidFill>
          <a:ln/>
        </p:spPr>
        <p:txBody>
          <a:bodyPr/>
          <a:lstStyle/>
          <a:p>
            <a:endParaRPr lang="es-MX"/>
          </a:p>
        </p:txBody>
      </p:sp>
      <p:sp>
        <p:nvSpPr>
          <p:cNvPr id="22" name="Text 11">
            <a:extLst>
              <a:ext uri="{FF2B5EF4-FFF2-40B4-BE49-F238E27FC236}">
                <a16:creationId xmlns:a16="http://schemas.microsoft.com/office/drawing/2014/main" id="{0B4BCCCE-F350-77CE-CA18-CBA87ADA8FF6}"/>
              </a:ext>
            </a:extLst>
          </p:cNvPr>
          <p:cNvSpPr/>
          <p:nvPr/>
        </p:nvSpPr>
        <p:spPr>
          <a:xfrm>
            <a:off x="640080" y="3291840"/>
            <a:ext cx="502920" cy="502920"/>
          </a:xfrm>
          <a:prstGeom prst="rect">
            <a:avLst/>
          </a:prstGeom>
          <a:noFill/>
          <a:ln/>
        </p:spPr>
        <p:txBody>
          <a:bodyPr wrap="square" rtlCol="0" anchor="ctr"/>
          <a:lstStyle/>
          <a:p>
            <a:pPr marL="0" indent="0" algn="ctr">
              <a:buNone/>
            </a:pPr>
            <a:r>
              <a:rPr lang="en-US" sz="1600" b="1">
                <a:solidFill>
                  <a:schemeClr val="bg1"/>
                </a:solidFill>
                <a:latin typeface="Arial" pitchFamily="34" charset="0"/>
                <a:ea typeface="Arial" pitchFamily="34" charset="-122"/>
                <a:cs typeface="Arial" pitchFamily="34" charset="-120"/>
              </a:rPr>
              <a:t>3</a:t>
            </a:r>
            <a:endParaRPr lang="en-US" sz="1600">
              <a:solidFill>
                <a:schemeClr val="bg1"/>
              </a:solidFill>
            </a:endParaRPr>
          </a:p>
        </p:txBody>
      </p:sp>
      <p:sp>
        <p:nvSpPr>
          <p:cNvPr id="26" name="Text 13">
            <a:extLst>
              <a:ext uri="{FF2B5EF4-FFF2-40B4-BE49-F238E27FC236}">
                <a16:creationId xmlns:a16="http://schemas.microsoft.com/office/drawing/2014/main" id="{BDF27712-7C0A-6016-F61D-D70DA12F8FC1}"/>
              </a:ext>
            </a:extLst>
          </p:cNvPr>
          <p:cNvSpPr/>
          <p:nvPr/>
        </p:nvSpPr>
        <p:spPr>
          <a:xfrm>
            <a:off x="1600200" y="3246120"/>
            <a:ext cx="9784080" cy="640080"/>
          </a:xfrm>
          <a:prstGeom prst="rect">
            <a:avLst/>
          </a:prstGeom>
          <a:noFill/>
          <a:ln/>
        </p:spPr>
        <p:txBody>
          <a:bodyPr wrap="square" rtlCol="0" anchor="ctr"/>
          <a:lstStyle/>
          <a:p>
            <a:pPr marL="0" indent="0">
              <a:buNone/>
            </a:pPr>
            <a:r>
              <a:rPr lang="en-US" sz="1400" dirty="0">
                <a:solidFill>
                  <a:srgbClr val="1E2761"/>
                </a:solidFill>
                <a:latin typeface="Arial" pitchFamily="34" charset="0"/>
                <a:ea typeface="Arial" pitchFamily="34" charset="-122"/>
                <a:cs typeface="Arial" pitchFamily="34" charset="-120"/>
              </a:rPr>
              <a:t>Completar la Matriz de Contactos con el equipo</a:t>
            </a:r>
            <a:endParaRPr lang="en-US" sz="1400" dirty="0"/>
          </a:p>
        </p:txBody>
      </p:sp>
      <p:sp>
        <p:nvSpPr>
          <p:cNvPr id="28" name="Shape 14">
            <a:extLst>
              <a:ext uri="{FF2B5EF4-FFF2-40B4-BE49-F238E27FC236}">
                <a16:creationId xmlns:a16="http://schemas.microsoft.com/office/drawing/2014/main" id="{D7021F60-397D-442E-98D8-9EAF713E2A8A}"/>
              </a:ext>
            </a:extLst>
          </p:cNvPr>
          <p:cNvSpPr/>
          <p:nvPr/>
        </p:nvSpPr>
        <p:spPr>
          <a:xfrm>
            <a:off x="640080" y="4069080"/>
            <a:ext cx="502920" cy="502920"/>
          </a:xfrm>
          <a:prstGeom prst="ellipse">
            <a:avLst/>
          </a:prstGeom>
          <a:solidFill>
            <a:srgbClr val="1E2761"/>
          </a:solidFill>
          <a:ln/>
        </p:spPr>
        <p:txBody>
          <a:bodyPr/>
          <a:lstStyle/>
          <a:p>
            <a:endParaRPr lang="es-MX">
              <a:solidFill>
                <a:schemeClr val="bg1"/>
              </a:solidFill>
            </a:endParaRPr>
          </a:p>
        </p:txBody>
      </p:sp>
      <p:sp>
        <p:nvSpPr>
          <p:cNvPr id="30" name="Text 15">
            <a:extLst>
              <a:ext uri="{FF2B5EF4-FFF2-40B4-BE49-F238E27FC236}">
                <a16:creationId xmlns:a16="http://schemas.microsoft.com/office/drawing/2014/main" id="{8FCC0E7E-8F02-54AA-16D2-AABC8C614F62}"/>
              </a:ext>
            </a:extLst>
          </p:cNvPr>
          <p:cNvSpPr/>
          <p:nvPr/>
        </p:nvSpPr>
        <p:spPr>
          <a:xfrm>
            <a:off x="640080" y="4069080"/>
            <a:ext cx="502920" cy="502920"/>
          </a:xfrm>
          <a:prstGeom prst="rect">
            <a:avLst/>
          </a:prstGeom>
          <a:noFill/>
          <a:ln/>
        </p:spPr>
        <p:txBody>
          <a:bodyPr wrap="square" rtlCol="0" anchor="ctr"/>
          <a:lstStyle/>
          <a:p>
            <a:pPr marL="0" indent="0" algn="ctr">
              <a:buNone/>
            </a:pPr>
            <a:r>
              <a:rPr lang="en-US" sz="1600" b="1">
                <a:solidFill>
                  <a:schemeClr val="bg1"/>
                </a:solidFill>
                <a:latin typeface="Arial" pitchFamily="34" charset="0"/>
                <a:ea typeface="Arial" pitchFamily="34" charset="-122"/>
                <a:cs typeface="Arial" pitchFamily="34" charset="-120"/>
              </a:rPr>
              <a:t>4</a:t>
            </a:r>
            <a:endParaRPr lang="en-US" sz="1600">
              <a:solidFill>
                <a:schemeClr val="bg1"/>
              </a:solidFill>
            </a:endParaRPr>
          </a:p>
        </p:txBody>
      </p:sp>
      <p:sp>
        <p:nvSpPr>
          <p:cNvPr id="34" name="Text 17">
            <a:extLst>
              <a:ext uri="{FF2B5EF4-FFF2-40B4-BE49-F238E27FC236}">
                <a16:creationId xmlns:a16="http://schemas.microsoft.com/office/drawing/2014/main" id="{F6768942-9EDF-6BE6-EE94-654D570661EF}"/>
              </a:ext>
            </a:extLst>
          </p:cNvPr>
          <p:cNvSpPr/>
          <p:nvPr/>
        </p:nvSpPr>
        <p:spPr>
          <a:xfrm>
            <a:off x="1600200" y="4023360"/>
            <a:ext cx="9784080" cy="640080"/>
          </a:xfrm>
          <a:prstGeom prst="rect">
            <a:avLst/>
          </a:prstGeom>
          <a:noFill/>
          <a:ln/>
        </p:spPr>
        <p:txBody>
          <a:bodyPr wrap="square" rtlCol="0" anchor="ctr"/>
          <a:lstStyle/>
          <a:p>
            <a:pPr marL="0" indent="0">
              <a:buNone/>
            </a:pPr>
            <a:r>
              <a:rPr lang="en-US" sz="1400">
                <a:solidFill>
                  <a:srgbClr val="1E2761"/>
                </a:solidFill>
                <a:latin typeface="Arial" pitchFamily="34" charset="0"/>
                <a:ea typeface="Arial" pitchFamily="34" charset="-122"/>
                <a:cs typeface="Arial" pitchFamily="34" charset="-120"/>
              </a:rPr>
              <a:t>Acordar horario de la reunión semanal de seguimiento</a:t>
            </a:r>
            <a:endParaRPr lang="en-US" sz="1400"/>
          </a:p>
        </p:txBody>
      </p:sp>
      <p:sp>
        <p:nvSpPr>
          <p:cNvPr id="36" name="Shape 18">
            <a:extLst>
              <a:ext uri="{FF2B5EF4-FFF2-40B4-BE49-F238E27FC236}">
                <a16:creationId xmlns:a16="http://schemas.microsoft.com/office/drawing/2014/main" id="{51D28EB9-AB63-BB04-7C7B-11B16582F85B}"/>
              </a:ext>
            </a:extLst>
          </p:cNvPr>
          <p:cNvSpPr/>
          <p:nvPr/>
        </p:nvSpPr>
        <p:spPr>
          <a:xfrm>
            <a:off x="640080" y="4846320"/>
            <a:ext cx="502920" cy="502920"/>
          </a:xfrm>
          <a:prstGeom prst="ellipse">
            <a:avLst/>
          </a:prstGeom>
          <a:solidFill>
            <a:srgbClr val="1E2761"/>
          </a:solidFill>
          <a:ln/>
        </p:spPr>
        <p:txBody>
          <a:bodyPr/>
          <a:lstStyle/>
          <a:p>
            <a:endParaRPr lang="es-MX"/>
          </a:p>
        </p:txBody>
      </p:sp>
      <p:sp>
        <p:nvSpPr>
          <p:cNvPr id="38" name="Text 19">
            <a:extLst>
              <a:ext uri="{FF2B5EF4-FFF2-40B4-BE49-F238E27FC236}">
                <a16:creationId xmlns:a16="http://schemas.microsoft.com/office/drawing/2014/main" id="{F3DE91E4-272C-A664-7EE7-96A79CB753CB}"/>
              </a:ext>
            </a:extLst>
          </p:cNvPr>
          <p:cNvSpPr/>
          <p:nvPr/>
        </p:nvSpPr>
        <p:spPr>
          <a:xfrm>
            <a:off x="640080" y="4846320"/>
            <a:ext cx="502920" cy="502920"/>
          </a:xfrm>
          <a:prstGeom prst="rect">
            <a:avLst/>
          </a:prstGeom>
          <a:noFill/>
          <a:ln/>
        </p:spPr>
        <p:txBody>
          <a:bodyPr wrap="square" rtlCol="0" anchor="ctr"/>
          <a:lstStyle/>
          <a:p>
            <a:pPr marL="0" indent="0" algn="ctr">
              <a:buNone/>
            </a:pPr>
            <a:r>
              <a:rPr lang="en-US" sz="1600" b="1">
                <a:solidFill>
                  <a:schemeClr val="bg1"/>
                </a:solidFill>
                <a:latin typeface="Arial" pitchFamily="34" charset="0"/>
                <a:ea typeface="Arial" pitchFamily="34" charset="-122"/>
                <a:cs typeface="Arial" pitchFamily="34" charset="-120"/>
              </a:rPr>
              <a:t>5</a:t>
            </a:r>
            <a:endParaRPr lang="en-US" sz="1600">
              <a:solidFill>
                <a:schemeClr val="bg1"/>
              </a:solidFill>
            </a:endParaRPr>
          </a:p>
        </p:txBody>
      </p:sp>
      <p:sp>
        <p:nvSpPr>
          <p:cNvPr id="42" name="Text 21">
            <a:extLst>
              <a:ext uri="{FF2B5EF4-FFF2-40B4-BE49-F238E27FC236}">
                <a16:creationId xmlns:a16="http://schemas.microsoft.com/office/drawing/2014/main" id="{3AE78C32-1910-8842-BFD1-A05AC895325D}"/>
              </a:ext>
            </a:extLst>
          </p:cNvPr>
          <p:cNvSpPr/>
          <p:nvPr/>
        </p:nvSpPr>
        <p:spPr>
          <a:xfrm>
            <a:off x="1600200" y="4800600"/>
            <a:ext cx="9784080" cy="640080"/>
          </a:xfrm>
          <a:prstGeom prst="rect">
            <a:avLst/>
          </a:prstGeom>
          <a:noFill/>
          <a:ln/>
        </p:spPr>
        <p:txBody>
          <a:bodyPr wrap="square" rtlCol="0" anchor="ctr"/>
          <a:lstStyle/>
          <a:p>
            <a:pPr marL="0" indent="0">
              <a:buNone/>
            </a:pPr>
            <a:r>
              <a:rPr lang="en-US" sz="1400" dirty="0">
                <a:solidFill>
                  <a:srgbClr val="1E2761"/>
                </a:solidFill>
                <a:latin typeface="Arial" pitchFamily="34" charset="0"/>
                <a:ea typeface="Arial" pitchFamily="34" charset="-122"/>
                <a:cs typeface="Arial" pitchFamily="34" charset="-120"/>
              </a:rPr>
              <a:t>Documentar la minuta y enviarla al resto del equipo</a:t>
            </a:r>
            <a:endParaRPr lang="en-US" sz="1400" dirty="0"/>
          </a:p>
        </p:txBody>
      </p:sp>
      <p:sp>
        <p:nvSpPr>
          <p:cNvPr id="46" name="Text 23">
            <a:extLst>
              <a:ext uri="{FF2B5EF4-FFF2-40B4-BE49-F238E27FC236}">
                <a16:creationId xmlns:a16="http://schemas.microsoft.com/office/drawing/2014/main" id="{DAA85983-E840-EDF7-F901-6BF7D53F9E7B}"/>
              </a:ext>
            </a:extLst>
          </p:cNvPr>
          <p:cNvSpPr/>
          <p:nvPr/>
        </p:nvSpPr>
        <p:spPr>
          <a:xfrm>
            <a:off x="11338560" y="6519672"/>
            <a:ext cx="457200" cy="274320"/>
          </a:xfrm>
          <a:prstGeom prst="rect">
            <a:avLst/>
          </a:prstGeom>
          <a:noFill/>
          <a:ln/>
        </p:spPr>
        <p:txBody>
          <a:bodyPr wrap="square" rtlCol="0" anchor="ctr"/>
          <a:lstStyle/>
          <a:p>
            <a:pPr marL="0" indent="0" algn="r">
              <a:buNone/>
            </a:pPr>
            <a:r>
              <a:rPr lang="en-US" sz="900">
                <a:solidFill>
                  <a:srgbClr val="9AA5C0"/>
                </a:solidFill>
                <a:latin typeface="Arial" pitchFamily="34" charset="0"/>
                <a:ea typeface="Arial" pitchFamily="34" charset="-122"/>
                <a:cs typeface="Arial" pitchFamily="34" charset="-120"/>
              </a:rPr>
              <a:t>9</a:t>
            </a:r>
            <a:endParaRPr lang="en-US" sz="900"/>
          </a:p>
        </p:txBody>
      </p:sp>
    </p:spTree>
    <p:extLst>
      <p:ext uri="{BB962C8B-B14F-4D97-AF65-F5344CB8AC3E}">
        <p14:creationId xmlns:p14="http://schemas.microsoft.com/office/powerpoint/2010/main" val="3223075159"/>
      </p:ext>
    </p:extLst>
  </p:cSld>
  <p:clrMapOvr>
    <a:masterClrMapping/>
  </p:clrMapOvr>
  <p:transition>
    <p:fade/>
  </p:transition>
</p:sld>
</file>

<file path=ppt/theme/theme1.xml><?xml version="1.0" encoding="utf-8"?>
<a:theme xmlns:a="http://schemas.openxmlformats.org/drawingml/2006/main" name="1_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solidFill>
              <a:schemeClr val="bg1"/>
            </a:solidFill>
          </a:defRPr>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Security_BrandTemplate_v10.potx" id="{FA44F287-60BB-48C7-B80C-62BD5504555E}" vid="{676AD5CD-2562-4982-A575-5107351C6BEE}"/>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3ntro2">
  <a:themeElements>
    <a:clrScheme name="Dark Background">
      <a:dk1>
        <a:srgbClr val="000000"/>
      </a:dk1>
      <a:lt1>
        <a:srgbClr val="FFFFFF"/>
      </a:lt1>
      <a:dk2>
        <a:srgbClr val="A7A7A7"/>
      </a:dk2>
      <a:lt2>
        <a:srgbClr val="535353"/>
      </a:lt2>
      <a:accent1>
        <a:srgbClr val="FF2744"/>
      </a:accent1>
      <a:accent2>
        <a:srgbClr val="FF9E02"/>
      </a:accent2>
      <a:accent3>
        <a:srgbClr val="07BDFA"/>
      </a:accent3>
      <a:accent4>
        <a:srgbClr val="815BFF"/>
      </a:accent4>
      <a:accent5>
        <a:srgbClr val="F3F3F3"/>
      </a:accent5>
      <a:accent6>
        <a:srgbClr val="333D47"/>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rk Backgroun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lumOff val="4705"/>
          </a:schemeClr>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511296" rtl="0" fontAlgn="auto" latinLnBrk="0" hangingPunct="0">
          <a:lnSpc>
            <a:spcPct val="100000"/>
          </a:lnSpc>
          <a:spcBef>
            <a:spcPts val="0"/>
          </a:spcBef>
          <a:spcAft>
            <a:spcPts val="0"/>
          </a:spcAft>
          <a:buClrTx/>
          <a:buSzTx/>
          <a:buFontTx/>
          <a:buNone/>
          <a:tabLst/>
          <a:defRPr kumimoji="0" sz="69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511296" rtl="0" fontAlgn="auto" latinLnBrk="0" hangingPunct="0">
          <a:lnSpc>
            <a:spcPct val="100000"/>
          </a:lnSpc>
          <a:spcBef>
            <a:spcPts val="0"/>
          </a:spcBef>
          <a:spcAft>
            <a:spcPts val="0"/>
          </a:spcAft>
          <a:buClrTx/>
          <a:buSzTx/>
          <a:buFontTx/>
          <a:buNone/>
          <a:tabLst/>
          <a:defRPr kumimoji="0" sz="69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3ntro2" id="{DB1452F8-5743-44AC-838C-5F8A69EFB7C0}" vid="{0C979A43-21FC-4830-846C-BBF7EC825DD3}"/>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f0988cf-b916-4aef-be09-a5b167b8e64b">
      <Terms xmlns="http://schemas.microsoft.com/office/infopath/2007/PartnerControls"/>
    </lcf76f155ced4ddcb4097134ff3c332f>
    <TaxCatchAll xmlns="a40b15bf-a0ee-40c6-83f3-9ad08aec07d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8E88C3A55D3DF14AB542FDA1C047E881" ma:contentTypeVersion="12" ma:contentTypeDescription="Crear nuevo documento." ma:contentTypeScope="" ma:versionID="3b4cab9ab2b45f07f88c8a0bafb7d396">
  <xsd:schema xmlns:xsd="http://www.w3.org/2001/XMLSchema" xmlns:xs="http://www.w3.org/2001/XMLSchema" xmlns:p="http://schemas.microsoft.com/office/2006/metadata/properties" xmlns:ns2="8f0988cf-b916-4aef-be09-a5b167b8e64b" xmlns:ns3="a40b15bf-a0ee-40c6-83f3-9ad08aec07df" targetNamespace="http://schemas.microsoft.com/office/2006/metadata/properties" ma:root="true" ma:fieldsID="16955313ed6faf66bc2978b13ac6308f" ns2:_="" ns3:_="">
    <xsd:import namespace="8f0988cf-b916-4aef-be09-a5b167b8e64b"/>
    <xsd:import namespace="a40b15bf-a0ee-40c6-83f3-9ad08aec07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0988cf-b916-4aef-be09-a5b167b8e6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n" ma:readOnly="false" ma:fieldId="{5cf76f15-5ced-4ddc-b409-7134ff3c332f}" ma:taxonomyMulti="true" ma:sspId="356ddc42-9cb0-4596-a39e-efc9f82fe56b"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40b15bf-a0ee-40c6-83f3-9ad08aec07df"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0bc70bb-a546-4bc1-8f21-cf1440150fcc}" ma:internalName="TaxCatchAll" ma:showField="CatchAllData" ma:web="a40b15bf-a0ee-40c6-83f3-9ad08aec07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A0C98B-A279-47E5-8114-C49F5F360B09}">
  <ds:schemaRefs>
    <ds:schemaRef ds:uri="http://schemas.microsoft.com/sharepoint/v3/contenttype/forms"/>
  </ds:schemaRefs>
</ds:datastoreItem>
</file>

<file path=customXml/itemProps2.xml><?xml version="1.0" encoding="utf-8"?>
<ds:datastoreItem xmlns:ds="http://schemas.openxmlformats.org/officeDocument/2006/customXml" ds:itemID="{3EDFE507-CE0B-4B20-AAF6-004445512945}">
  <ds:schemaRefs>
    <ds:schemaRef ds:uri="http://purl.org/dc/elements/1.1/"/>
    <ds:schemaRef ds:uri="http://www.w3.org/XML/1998/namespace"/>
    <ds:schemaRef ds:uri="http://purl.org/dc/dcmitype/"/>
    <ds:schemaRef ds:uri="http://schemas.microsoft.com/office/2006/documentManagement/types"/>
    <ds:schemaRef ds:uri="a40b15bf-a0ee-40c6-83f3-9ad08aec07df"/>
    <ds:schemaRef ds:uri="http://purl.org/dc/terms/"/>
    <ds:schemaRef ds:uri="http://schemas.microsoft.com/office/infopath/2007/PartnerControls"/>
    <ds:schemaRef ds:uri="http://schemas.openxmlformats.org/package/2006/metadata/core-properties"/>
    <ds:schemaRef ds:uri="8f0988cf-b916-4aef-be09-a5b167b8e64b"/>
    <ds:schemaRef ds:uri="http://schemas.microsoft.com/office/2006/metadata/properties"/>
  </ds:schemaRefs>
</ds:datastoreItem>
</file>

<file path=customXml/itemProps3.xml><?xml version="1.0" encoding="utf-8"?>
<ds:datastoreItem xmlns:ds="http://schemas.openxmlformats.org/officeDocument/2006/customXml" ds:itemID="{B7BFB5EC-AC16-4B52-985D-FB7088870197}">
  <ds:schemaRefs>
    <ds:schemaRef ds:uri="8f0988cf-b916-4aef-be09-a5b167b8e64b"/>
    <ds:schemaRef ds:uri="a40b15bf-a0ee-40c6-83f3-9ad08aec07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6d9ded-2768-40c2-9661-f25d511a3439}" enabled="1" method="Privileged" siteId="{8cae48c0-cc54-4088-aeb9-5fac13b8ad3c}" removed="0"/>
</clbl:labelList>
</file>

<file path=docProps/app.xml><?xml version="1.0" encoding="utf-8"?>
<Properties xmlns="http://schemas.openxmlformats.org/officeDocument/2006/extended-properties" xmlns:vt="http://schemas.openxmlformats.org/officeDocument/2006/docPropsVTypes">
  <TotalTime>0</TotalTime>
  <Words>1660</Words>
  <Application>Microsoft Office PowerPoint</Application>
  <PresentationFormat>Panorámica</PresentationFormat>
  <Paragraphs>215</Paragraphs>
  <Slides>11</Slides>
  <Notes>11</Notes>
  <HiddenSlides>1</HiddenSlides>
  <MMClips>0</MMClips>
  <ScaleCrop>false</ScaleCrop>
  <HeadingPairs>
    <vt:vector size="6" baseType="variant">
      <vt:variant>
        <vt:lpstr>Fuentes usadas</vt:lpstr>
      </vt:variant>
      <vt:variant>
        <vt:i4>8</vt:i4>
      </vt:variant>
      <vt:variant>
        <vt:lpstr>Tema</vt:lpstr>
      </vt:variant>
      <vt:variant>
        <vt:i4>3</vt:i4>
      </vt:variant>
      <vt:variant>
        <vt:lpstr>Títulos de diapositiva</vt:lpstr>
      </vt:variant>
      <vt:variant>
        <vt:i4>11</vt:i4>
      </vt:variant>
    </vt:vector>
  </HeadingPairs>
  <TitlesOfParts>
    <vt:vector size="22" baseType="lpstr">
      <vt:lpstr>Aptos</vt:lpstr>
      <vt:lpstr>Arial</vt:lpstr>
      <vt:lpstr>Calibri</vt:lpstr>
      <vt:lpstr>Century Expanded</vt:lpstr>
      <vt:lpstr>Segoe UI</vt:lpstr>
      <vt:lpstr>Segoe UI Semibold</vt:lpstr>
      <vt:lpstr>Segoe UI Semilight</vt:lpstr>
      <vt:lpstr>Wingdings</vt:lpstr>
      <vt:lpstr>1_Microsoft Security template</vt:lpstr>
      <vt:lpstr>Custom Theme</vt:lpstr>
      <vt:lpstr>C3ntro2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Israel Alejandro Segovia Aguilar</dc:creator>
  <cp:lastModifiedBy>Cesar Larios Jurado</cp:lastModifiedBy>
  <cp:revision>1</cp:revision>
  <dcterms:created xsi:type="dcterms:W3CDTF">2025-06-02T03:26:34Z</dcterms:created>
  <dcterms:modified xsi:type="dcterms:W3CDTF">2026-08-05T15:46:23Z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6d9ded-2768-40c2-9661-f25d511a3439_ActionId">
    <vt:lpwstr>18a2796c-2812-40cb-8914-72f2ef93e617</vt:lpwstr>
  </property>
  <property fmtid="{D5CDD505-2E9C-101B-9397-08002B2CF9AE}" pid="3" name="MSIP_Label_c36d9ded-2768-40c2-9661-f25d511a3439_SiteId">
    <vt:lpwstr>8cae48c0-cc54-4088-aeb9-5fac13b8ad3c</vt:lpwstr>
  </property>
  <property fmtid="{D5CDD505-2E9C-101B-9397-08002B2CF9AE}" pid="4" name="MSIP_Label_c36d9ded-2768-40c2-9661-f25d511a3439_Enabled">
    <vt:lpwstr>true</vt:lpwstr>
  </property>
  <property fmtid="{D5CDD505-2E9C-101B-9397-08002B2CF9AE}" pid="5" name="MSIP_Label_c36d9ded-2768-40c2-9661-f25d511a3439_Method">
    <vt:lpwstr>Privileged</vt:lpwstr>
  </property>
  <property fmtid="{D5CDD505-2E9C-101B-9397-08002B2CF9AE}" pid="6" name="MSIP_Label_c36d9ded-2768-40c2-9661-f25d511a3439_SetDate">
    <vt:lpwstr>2025-06-03T01:18:09Z</vt:lpwstr>
  </property>
  <property fmtid="{D5CDD505-2E9C-101B-9397-08002B2CF9AE}" pid="7" name="MSIP_Label_c36d9ded-2768-40c2-9661-f25d511a3439_Name">
    <vt:lpwstr>Etiqueta público</vt:lpwstr>
  </property>
  <property fmtid="{D5CDD505-2E9C-101B-9397-08002B2CF9AE}" pid="8" name="MSIP_Label_c36d9ded-2768-40c2-9661-f25d511a3439_ContentBits">
    <vt:lpwstr>0</vt:lpwstr>
  </property>
  <property fmtid="{D5CDD505-2E9C-101B-9397-08002B2CF9AE}" pid="9" name="MSIP_Label_c36d9ded-2768-40c2-9661-f25d511a3439_Tag">
    <vt:lpwstr>10, 0, 1, 2</vt:lpwstr>
  </property>
  <property fmtid="{D5CDD505-2E9C-101B-9397-08002B2CF9AE}" pid="10" name="MediaServiceImageTags">
    <vt:lpwstr/>
  </property>
  <property fmtid="{D5CDD505-2E9C-101B-9397-08002B2CF9AE}" pid="11" name="ContentTypeId">
    <vt:lpwstr>0x0101008E88C3A55D3DF14AB542FDA1C047E881</vt:lpwstr>
  </property>
</Properties>
</file>