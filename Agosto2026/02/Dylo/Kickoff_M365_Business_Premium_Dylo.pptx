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DE INICIO — KICKOFF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Microsoft 365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Premium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Dylo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de agosto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por: PM del Proyecto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 estimada: 90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77440" y="160020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Bienvenida y objetivo de la sesión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21992"/>
            <a:ext cx="10881360" cy="621792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2199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221992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 asistentes y roles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4378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843784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objetivos del proyecto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10881360" cy="621792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6557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465576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 las 7 fases y el plan de control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08736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4087368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responsabilidades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621792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4709160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Riesgos, dependencias y necesidades del cliente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33095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330952"/>
            <a:ext cx="8778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Acuerdos y próximos pasos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objetivos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0" cy="4709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ppt/icons/fla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17748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37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este proyecto?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5146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la seguridad, la gestión de dispositivos y la protección de información de Dylo, adoptando las capacidades de Microsoft 365 Business Premium de forma ordenada y con mínima interrupción al negocio.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60120" y="4160520"/>
            <a:ext cx="4846320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297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4617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entorno M365 seguro, administrado y documentado — con el equipo de Dylo capacitado para operarlo de forma autónoma al cierre del proyecto.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46520" y="1371600"/>
            <a:ext cx="2400300" cy="2217420"/>
          </a:xfrm>
          <a:prstGeom prst="rect">
            <a:avLst/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6002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675120" y="2811780"/>
            <a:ext cx="19431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implementación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21140" y="1371600"/>
            <a:ext cx="2400300" cy="2217420"/>
          </a:xfrm>
          <a:prstGeom prst="rect">
            <a:avLst/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21140" y="16002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9349740" y="2811780"/>
            <a:ext cx="19431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hábiles estimados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46520" y="3863340"/>
            <a:ext cx="2400300" cy="2217420"/>
          </a:xfrm>
          <a:prstGeom prst="rect">
            <a:avLst/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409194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675120" y="5303520"/>
            <a:ext cx="19431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planificadas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121140" y="3863340"/>
            <a:ext cx="2400300" cy="2217420"/>
          </a:xfrm>
          <a:prstGeom prst="rect">
            <a:avLst/>
          </a:prstGeom>
          <a:solidFill>
            <a:srgbClr val="F6F8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21140" y="409194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9349740" y="5303520"/>
            <a:ext cx="19431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equipo, un solo objetivo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 — 7 fases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fase habilita una capa de seguridad y control sobre el entorno Microsoft 365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5" name="Shape 3"/>
          <p:cNvSpPr/>
          <p:nvPr/>
        </p:nvSpPr>
        <p:spPr>
          <a:xfrm>
            <a:off x="1503045" y="171907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key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030" y="1826057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3347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" y="290779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y Acceso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31012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P1 · MFA · Acceso Condicional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17570" y="146304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1" name="Shape 8"/>
          <p:cNvSpPr/>
          <p:nvPr/>
        </p:nvSpPr>
        <p:spPr>
          <a:xfrm>
            <a:off x="4280535" y="171907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pt/icons/device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520" y="1826057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4730" y="263347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27298" y="290779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Dispositivos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7298" y="331012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Intune MDM · Autopilot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95060" y="146304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7" name="Shape 13"/>
          <p:cNvSpPr/>
          <p:nvPr/>
        </p:nvSpPr>
        <p:spPr>
          <a:xfrm>
            <a:off x="7058025" y="171907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ppt/icons/shiel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010" y="1826057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2220" y="263347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304788" y="290779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Apps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4788" y="331012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Intune MAM · BYOD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72550" y="146304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3" name="Shape 18"/>
          <p:cNvSpPr/>
          <p:nvPr/>
        </p:nvSpPr>
        <p:spPr>
          <a:xfrm>
            <a:off x="9835515" y="171907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ppt/icons/security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500" y="1826057"/>
            <a:ext cx="608990" cy="6089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09710" y="263347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082278" y="290779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Endpoints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82278" y="331012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Business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379476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9" name="Shape 23"/>
          <p:cNvSpPr/>
          <p:nvPr/>
        </p:nvSpPr>
        <p:spPr>
          <a:xfrm>
            <a:off x="1503045" y="405079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ppt/icons/mail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030" y="4157777"/>
            <a:ext cx="608990" cy="60899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7240" y="496519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49808" y="523951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y Colaboración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9808" y="564184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Office 365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417570" y="379476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5" name="Shape 28"/>
          <p:cNvSpPr/>
          <p:nvPr/>
        </p:nvSpPr>
        <p:spPr>
          <a:xfrm>
            <a:off x="4280535" y="405079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/home/claude/ppt/icons/checklis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520" y="4157777"/>
            <a:ext cx="608990" cy="60899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554730" y="496519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6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3527298" y="523951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Información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527298" y="564184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 · Etiquetas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195060" y="3794760"/>
            <a:ext cx="2548890" cy="214884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41" name="Shape 33"/>
          <p:cNvSpPr/>
          <p:nvPr/>
        </p:nvSpPr>
        <p:spPr>
          <a:xfrm>
            <a:off x="7058025" y="405079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6" descr="/home/claude/ppt/icons/fact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010" y="4157777"/>
            <a:ext cx="608990" cy="60899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32220" y="4965192"/>
            <a:ext cx="22745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7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6304788" y="5239512"/>
            <a:ext cx="232943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y Gobierno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6304788" y="5641848"/>
            <a:ext cx="23294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eDiscovery · Auditoría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8972550" y="3794760"/>
            <a:ext cx="254889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38"/>
          <p:cNvSpPr/>
          <p:nvPr/>
        </p:nvSpPr>
        <p:spPr>
          <a:xfrm>
            <a:off x="8972550" y="4023360"/>
            <a:ext cx="25488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400" dirty="0"/>
          </a:p>
        </p:txBody>
      </p:sp>
      <p:sp>
        <p:nvSpPr>
          <p:cNvPr id="48" name="Text 39"/>
          <p:cNvSpPr/>
          <p:nvPr/>
        </p:nvSpPr>
        <p:spPr>
          <a:xfrm>
            <a:off x="9063990" y="4846320"/>
            <a:ext cx="23660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hábiles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total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y plan de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estimadas (sujetas a confirmación en esta sesión)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03/ago/2026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514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6276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30/sep/2026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29000" y="2121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estimado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14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276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días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17920" y="2121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 hábil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554480"/>
            <a:ext cx="2514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6276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06840" y="2121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de avance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días hábiles por fase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Identidad y Acceso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2971800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0" y="2971800"/>
            <a:ext cx="1059003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5064075" y="29718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610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Dispositivos (Intune)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0" y="3461004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0" y="3461004"/>
            <a:ext cx="158850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5593576" y="346100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9502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Protección de Apps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950208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1920" y="3950208"/>
            <a:ext cx="882502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4887574" y="39502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4394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Endpoints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4439412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1" name="Shape 29"/>
          <p:cNvSpPr/>
          <p:nvPr/>
        </p:nvSpPr>
        <p:spPr>
          <a:xfrm>
            <a:off x="3931920" y="4439412"/>
            <a:ext cx="1059003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5064075" y="443941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9286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Correo y Colaboración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931920" y="4928616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5" name="Shape 33"/>
          <p:cNvSpPr/>
          <p:nvPr/>
        </p:nvSpPr>
        <p:spPr>
          <a:xfrm>
            <a:off x="3931920" y="4928616"/>
            <a:ext cx="882502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4887574" y="492861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54178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6 · Protección de Información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31920" y="5417820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39" name="Shape 37"/>
          <p:cNvSpPr/>
          <p:nvPr/>
        </p:nvSpPr>
        <p:spPr>
          <a:xfrm>
            <a:off x="3931920" y="5417820"/>
            <a:ext cx="1588504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5593576" y="54178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5907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7 · Cumplimiento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931920" y="5907024"/>
            <a:ext cx="7589520" cy="384048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43" name="Shape 41"/>
          <p:cNvSpPr/>
          <p:nvPr/>
        </p:nvSpPr>
        <p:spPr>
          <a:xfrm>
            <a:off x="3931920" y="5907024"/>
            <a:ext cx="529501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4534573" y="590702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responsabilidades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hace qué durante la implementación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0" cy="233172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764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group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945" y="1845625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647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— Líder de Proyecto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468880"/>
            <a:ext cx="4791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 el plan, da seguimiento a fechas y riesgos, y es el punto único de contacto entre Dylo y el equipo consultor.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03520" cy="233172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764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fla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785" y="1845625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647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/ Patrocinador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468880"/>
            <a:ext cx="4791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 decisiones clave, desbloquea recursos y respalda al equipo ante prioridades en conflicto.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03520" cy="233172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325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/icons/securit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45" y="4405945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251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Consultores especializados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96112" y="5029200"/>
            <a:ext cx="4791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Ejecutan la configuración técnica de cada fase (identidad, dispositivos, seguridad, cumplimiento).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03520" cy="233172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325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/icons/checklis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85" y="4405945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3251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de Dylo (TI y Admin.)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5029200"/>
            <a:ext cx="479145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Proveen accesos, validan cambios en el entorno real y comunican al resto de la organización.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críticos a alinear hoy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esto desde el día 1 evita retrasos y fricción más adelante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44240" cy="23317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0992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ppt/icons/ke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949" y="178362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377440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administrativos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862072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Global Admin / Entra ID, Intune, Defender y Purview disponibles antes de Fase 1.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8640" y="1508760"/>
            <a:ext cx="3444240" cy="23317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559808" y="170992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/home/claude/ppt/icons/group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09" y="178362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9808" y="2377440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piloto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59808" y="2862072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usuarios para probar MFA, Acceso Condicional y Autopilot antes del despliegue general.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77200" y="1508760"/>
            <a:ext cx="3444240" cy="23317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8368" y="170992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/home/claude/ppt/icons/repea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069" y="178362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8368" y="2377440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Ventanas de cambio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8368" y="2862072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de bajo impacto para activar MFA y Acceso Condicional sin afectar operación.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44240" cy="23317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2702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/home/claude/ppt/icons/mai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49" y="434394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937760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a usuarios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1248" y="5422392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Dylo informa a los empleados sobre MFA y administración de dispositivos.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8640" y="4069080"/>
            <a:ext cx="3444240" cy="23317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9808" y="42702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/home/claude/ppt/icons/fact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509" y="4343949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9808" y="4937760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aceptación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9808" y="5422392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firma la conformidad de cada fase antes de avanzar a la siguiente.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77200" y="4069080"/>
            <a:ext cx="3444240" cy="23317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8368" y="42702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/home/claude/ppt/icons/warning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069" y="4343949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8368" y="4937760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escalación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8368" y="5422392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 y en cuánto tiempo se escala un incidente en producción.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gobierno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damos seguimiento semana a semana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80136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repea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1890522"/>
            <a:ext cx="507492" cy="50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2821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semanal de seguimiento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989320" y="172821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del plan de control, % de avance por fase y riesgos abiertos.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10881360" cy="10972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28986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checklis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34" y="2987802"/>
            <a:ext cx="507492" cy="5074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82549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Control (Excel)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989320" y="282549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única de verdad: actividades, responsables, fechas y estado — se actualiza cada semana.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68680" y="399592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qa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4085082"/>
            <a:ext cx="507492" cy="5074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392277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Minuta de reunión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989320" y="392277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captura en cada sesión: acuerdos, responsables y fecha compromiso; se envía en 24 horas.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509320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group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" y="5182362"/>
            <a:ext cx="507492" cy="5074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502005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contactos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989320" y="502005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vivo del equipo — se mantiene actualizado ante cualquier cambio de personal.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Acuerdos y próximos pasos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completar durante esta sesión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10149840" cy="6400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6916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fecha de inicio y accesos administrativos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468880"/>
            <a:ext cx="10149840" cy="6400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4688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el grupo piloto para MFA y Autopilot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246120"/>
            <a:ext cx="10149840" cy="6400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2461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la Matriz de Contactos con el equipo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4023360"/>
            <a:ext cx="10149840" cy="6400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40233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Acordar horario de la reunión semanal de seguimiento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4800600"/>
            <a:ext cx="10149840" cy="640080"/>
          </a:xfrm>
          <a:prstGeom prst="rect">
            <a:avLst/>
          </a:prstGeom>
          <a:solidFill>
            <a:srgbClr val="F6F8FD"/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48006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esta minuta y el Plan de Control en 24 horas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474720" cy="34747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ppt/icons/qa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88" y="185028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tiempo — comenzamos juntos la implementación de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Business Premium en Dylo.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del proyecto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754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del Proyecto  ·  correo@dylo.com  ·  Plan de Control disponible en el repositorio del proyecto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Microsoft 365 Business Premium — Dylo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2026-08-04T06:02:10Z</dcterms:created>
  <dcterms:modified xsi:type="dcterms:W3CDTF">2026-08-04T06:02:10Z</dcterms:modified>
</cp:coreProperties>
</file>