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  ·  MIGRACIÓN A AZURE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la nube: distintos orígenes, un mismo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la nube, movimiento desde otra nube o migración desde tu data center. El origen cambia; el destino y los beneficios son los mismos: modernizar, optimizar costos y ganar agilidad.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568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9572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nube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70048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primeras cargas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aún no están en la nube y quieren dar el primer paso con Landing Zone y cargas piloto.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2920" y="2194560"/>
            <a:ext cx="353568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5800" y="239572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35880" y="237744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tu Data Center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5880" y="2670048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on-premises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5800" y="301752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con infraestructura propia que buscan modernizar y reducir CAPEX sin interrumpir el negocio.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77200" y="2194560"/>
            <a:ext cx="353568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0080" y="239572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0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0160" y="237744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otra nube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00160" y="2670048"/>
            <a:ext cx="252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GCP · nube privada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60080" y="301752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buscan consolidar en el ecosistema Microsoft y aprovechar Azure Hybrid Benefit.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análisis de dependencias (Azure Migrate).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TCO actual vs Azure.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 con quick wins de 90 días.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la estrategia adecuada por carga (rehost, refactor, replace, retire).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cutover, estabilización y optimización post-migración.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3886200"/>
            <a:ext cx="5212080" cy="24231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3995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4343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medible en CAPEX y OPEX.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agilidad para el negocio.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incorporar IA.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5577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5833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0" y="5577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5833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8x5 o 24x7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282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cargas migradas  ·  Gestión de bases de datos  ·  FinOps (optimización continua del gasto)  ·  Reportes ejecutivos mensuales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06  ·  BACKUP PYME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respaldo integral para la pequeña y mediana empresa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 respaldo y restauración completo sobre Azure, diseñado para PyMEs: protege tus máquinas virtuales, bases de datos, redes, cuentas de Microsoft 365 y archivos con un costo predecible y sin complejidad operativa.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protegemos?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Virtuales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en Azure y on-premises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55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069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Discos y volúmenes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069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Disks y Azure Files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24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38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738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MySQL, PostgreSQL, MongoDB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93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07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VNets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07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Configuraciones, firewalls, NSGs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162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076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Correo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076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de Exchange Online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83140" y="2697480"/>
            <a:ext cx="172974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74580" y="2834640"/>
            <a:ext cx="1546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Archivos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74580" y="3337560"/>
            <a:ext cx="1546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SharePoint, Teams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 el servicio?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respaldo por tipo de recurso (diaria, semanal, mensual).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flexible y cumplimiento de normativas.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inmutables: protección real contra ransomware.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restauración periódicas documentadas.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 ejecutivo mensual.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la restauración cuando el cliente lo necesite.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160520"/>
            <a:ext cx="5212080" cy="21488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4270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la PyME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6177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y accesible al presupuesto de una PyME.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Tranquilidad: la información está protegida ante fallas, errores y ataques.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equipo interno especializado.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sencillo con auditorías y clientes.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5760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5760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5989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8x5 (base) / 24x7 (opcional)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6111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respaldos  ·  Restauración asistida bajo demanda  ·  Pruebas de recuperación periódicas  ·  Reporte mensual de cumplimiento y salud del backup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[Nombre de tu Empresa]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- Láminas adicionales</dc:title>
  <dc:subject>PptxGenJS Presentation</dc:subject>
  <dc:creator>Propuesta Comercial</dc:creator>
  <cp:lastModifiedBy>Propuesta Comercial</cp:lastModifiedBy>
  <cp:revision>1</cp:revision>
  <dcterms:created xsi:type="dcterms:W3CDTF">2026-07-13T04:32:36Z</dcterms:created>
  <dcterms:modified xsi:type="dcterms:W3CDTF">2026-07-13T04:32:36Z</dcterms:modified>
</cp:coreProperties>
</file>