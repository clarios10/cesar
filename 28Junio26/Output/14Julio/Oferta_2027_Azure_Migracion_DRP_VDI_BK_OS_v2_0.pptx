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95" r:id="rId26"/>
    <p:sldId id="257" r:id="rId3"/>
    <p:sldId id="296" r:id="rId27"/>
    <p:sldId id="258" r:id="rId4"/>
    <p:sldId id="259" r:id="rId5"/>
    <p:sldId id="260" r:id="rId6"/>
    <p:sldId id="261" r:id="rId7"/>
    <p:sldId id="262" r:id="rId8"/>
    <p:sldId id="263" r:id="rId9"/>
    <p:sldId id="264" r:id="rId10"/>
    <p:sldId id="297" r:id="rId28"/>
    <p:sldId id="298" r:id="rId29"/>
    <p:sldId id="265" r:id="rId11"/>
    <p:sldId id="289" r:id="rId12"/>
    <p:sldId id="284" r:id="rId13"/>
    <p:sldId id="285" r:id="rId14"/>
    <p:sldId id="291" r:id="rId15"/>
    <p:sldId id="299" r:id="rId30"/>
    <p:sldId id="300" r:id="rId31"/>
    <p:sldId id="286" r:id="rId16"/>
    <p:sldId id="301" r:id="rId32"/>
    <p:sldId id="294" r:id="rId17"/>
    <p:sldId id="302" r:id="rId33"/>
    <p:sldId id="287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E6B61E-A818-4EE3-AC0F-D984A3166AEE}" v="159" dt="2026-07-13T22:40:30.2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995" autoAdjust="0"/>
  </p:normalViewPr>
  <p:slideViewPr>
    <p:cSldViewPr snapToGrid="0">
      <p:cViewPr varScale="1">
        <p:scale>
          <a:sx n="102" d="100"/>
          <a:sy n="102" d="100"/>
        </p:scale>
        <p:origin x="75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  <Relationship Id="rId26" Type="http://schemas.openxmlformats.org/officeDocument/2006/relationships/slide" Target="slides/slide18.xml"/>
  <Relationship Id="rId27" Type="http://schemas.openxmlformats.org/officeDocument/2006/relationships/slide" Target="slides/slide19.xml"/>
  <Relationship Id="rId28" Type="http://schemas.openxmlformats.org/officeDocument/2006/relationships/slide" Target="slides/slide20.xml"/>
  <Relationship Id="rId29" Type="http://schemas.openxmlformats.org/officeDocument/2006/relationships/slide" Target="slides/slide21.xml"/>
  <Relationship Id="rId30" Type="http://schemas.openxmlformats.org/officeDocument/2006/relationships/slide" Target="slides/slide22.xml"/>
  <Relationship Id="rId31" Type="http://schemas.openxmlformats.org/officeDocument/2006/relationships/slide" Target="slides/slide23.xml"/>
  <Relationship Id="rId32" Type="http://schemas.openxmlformats.org/officeDocument/2006/relationships/slide" Target="slides/slide24.xml"/>
  <Relationship Id="rId33" Type="http://schemas.openxmlformats.org/officeDocument/2006/relationships/slide" Target="slides/slide25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esar Larios Jurado" userId="8f104481-d9ab-4cdc-ac3e-e12ab067789a" providerId="ADAL" clId="{FFC2E796-BF0A-4A02-9544-2D4D0A5B7518}"/>
    <pc:docChg chg="undo custSel addSld delSld modSld sldOrd modMainMaster">
      <pc:chgData name="Cesar Larios Jurado" userId="8f104481-d9ab-4cdc-ac3e-e12ab067789a" providerId="ADAL" clId="{FFC2E796-BF0A-4A02-9544-2D4D0A5B7518}" dt="2026-07-13T22:39:35.745" v="4178" actId="113"/>
      <pc:docMkLst>
        <pc:docMk/>
      </pc:docMkLst>
      <pc:sldChg chg="modSp mod setBg">
        <pc:chgData name="Cesar Larios Jurado" userId="8f104481-d9ab-4cdc-ac3e-e12ab067789a" providerId="ADAL" clId="{FFC2E796-BF0A-4A02-9544-2D4D0A5B7518}" dt="2026-07-13T21:50:47.602" v="3473" actId="20577"/>
        <pc:sldMkLst>
          <pc:docMk/>
          <pc:sldMk cId="0" sldId="256"/>
        </pc:sldMkLst>
        <pc:spChg chg="mod">
          <ac:chgData name="Cesar Larios Jurado" userId="8f104481-d9ab-4cdc-ac3e-e12ab067789a" providerId="ADAL" clId="{FFC2E796-BF0A-4A02-9544-2D4D0A5B7518}" dt="2026-07-13T21:50:45.204" v="3472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1:50:15.942" v="3448" actId="20577"/>
          <ac:spMkLst>
            <pc:docMk/>
            <pc:sldMk cId="0" sldId="256"/>
            <ac:spMk id="7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1:50:47.602" v="3473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7:19:08.816" v="1911" actId="20577"/>
          <ac:spMkLst>
            <pc:docMk/>
            <pc:sldMk cId="0" sldId="256"/>
            <ac:spMk id="9" creationId="{00000000-0000-0000-0000-000000000000}"/>
          </ac:spMkLst>
        </pc:spChg>
      </pc:sldChg>
      <pc:sldChg chg="modSp mod setBg">
        <pc:chgData name="Cesar Larios Jurado" userId="8f104481-d9ab-4cdc-ac3e-e12ab067789a" providerId="ADAL" clId="{FFC2E796-BF0A-4A02-9544-2D4D0A5B7518}" dt="2026-07-13T21:54:13.655" v="3575" actId="20577"/>
        <pc:sldMkLst>
          <pc:docMk/>
          <pc:sldMk cId="0" sldId="257"/>
        </pc:sldMkLst>
        <pc:spChg chg="mod">
          <ac:chgData name="Cesar Larios Jurado" userId="8f104481-d9ab-4cdc-ac3e-e12ab067789a" providerId="ADAL" clId="{FFC2E796-BF0A-4A02-9544-2D4D0A5B7518}" dt="2026-07-13T17:22:03.629" v="1967" actId="14100"/>
          <ac:spMkLst>
            <pc:docMk/>
            <pc:sldMk cId="0" sldId="257"/>
            <ac:spMk id="3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7:22:16.958" v="2006" actId="1038"/>
          <ac:spMkLst>
            <pc:docMk/>
            <pc:sldMk cId="0" sldId="257"/>
            <ac:spMk id="4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7:23:31.666" v="2013" actId="255"/>
          <ac:spMkLst>
            <pc:docMk/>
            <pc:sldMk cId="0" sldId="257"/>
            <ac:spMk id="5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7:24:52.073" v="2050" actId="207"/>
          <ac:spMkLst>
            <pc:docMk/>
            <pc:sldMk cId="0" sldId="257"/>
            <ac:spMk id="6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1:53:22.254" v="3557" actId="20577"/>
          <ac:spMkLst>
            <pc:docMk/>
            <pc:sldMk cId="0" sldId="257"/>
            <ac:spMk id="7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8:41:48.869" v="3358" actId="1036"/>
          <ac:spMkLst>
            <pc:docMk/>
            <pc:sldMk cId="0" sldId="257"/>
            <ac:spMk id="9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1:54:13.655" v="3575" actId="2057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8:41:53.434" v="3368" actId="103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8:41:15.826" v="3346" actId="114"/>
          <ac:spMkLst>
            <pc:docMk/>
            <pc:sldMk cId="0" sldId="257"/>
            <ac:spMk id="13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8:42:00.256" v="3379" actId="103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8:41:29.132" v="3348" actId="114"/>
          <ac:spMkLst>
            <pc:docMk/>
            <pc:sldMk cId="0" sldId="257"/>
            <ac:spMk id="16" creationId="{00000000-0000-0000-0000-000000000000}"/>
          </ac:spMkLst>
        </pc:spChg>
        <pc:picChg chg="mod">
          <ac:chgData name="Cesar Larios Jurado" userId="8f104481-d9ab-4cdc-ac3e-e12ab067789a" providerId="ADAL" clId="{FFC2E796-BF0A-4A02-9544-2D4D0A5B7518}" dt="2026-07-13T17:22:09.964" v="1968" actId="14100"/>
          <ac:picMkLst>
            <pc:docMk/>
            <pc:sldMk cId="0" sldId="257"/>
            <ac:picMk id="2" creationId="{00000000-0000-0000-0000-000000000000}"/>
          </ac:picMkLst>
        </pc:picChg>
      </pc:sldChg>
      <pc:sldChg chg="addSp delSp modSp add del mod setBg">
        <pc:chgData name="Cesar Larios Jurado" userId="8f104481-d9ab-4cdc-ac3e-e12ab067789a" providerId="ADAL" clId="{FFC2E796-BF0A-4A02-9544-2D4D0A5B7518}" dt="2026-07-13T21:55:15.246" v="3581" actId="20577"/>
        <pc:sldMkLst>
          <pc:docMk/>
          <pc:sldMk cId="0" sldId="258"/>
        </pc:sldMkLst>
        <pc:spChg chg="del">
          <ac:chgData name="Cesar Larios Jurado" userId="8f104481-d9ab-4cdc-ac3e-e12ab067789a" providerId="ADAL" clId="{FFC2E796-BF0A-4A02-9544-2D4D0A5B7518}" dt="2026-07-07T15:21:44.582" v="4" actId="478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Cesar Larios Jurado" userId="8f104481-d9ab-4cdc-ac3e-e12ab067789a" providerId="ADAL" clId="{FFC2E796-BF0A-4A02-9544-2D4D0A5B7518}" dt="2026-07-13T17:24:08.347" v="2047" actId="20577"/>
          <ac:spMkLst>
            <pc:docMk/>
            <pc:sldMk cId="0" sldId="258"/>
            <ac:spMk id="3" creationId="{00000000-0000-0000-0000-000000000000}"/>
          </ac:spMkLst>
        </pc:spChg>
        <pc:spChg chg="del mod">
          <ac:chgData name="Cesar Larios Jurado" userId="8f104481-d9ab-4cdc-ac3e-e12ab067789a" providerId="ADAL" clId="{FFC2E796-BF0A-4A02-9544-2D4D0A5B7518}" dt="2026-07-13T21:55:15.246" v="3581" actId="20577"/>
          <ac:spMkLst>
            <pc:docMk/>
            <pc:sldMk cId="0" sldId="258"/>
            <ac:spMk id="4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7:41:59.037" v="2494" actId="1076"/>
          <ac:spMkLst>
            <pc:docMk/>
            <pc:sldMk cId="0" sldId="258"/>
            <ac:spMk id="5" creationId="{00000000-0000-0000-0000-000000000000}"/>
          </ac:spMkLst>
        </pc:spChg>
        <pc:spChg chg="del">
          <ac:chgData name="Cesar Larios Jurado" userId="8f104481-d9ab-4cdc-ac3e-e12ab067789a" providerId="ADAL" clId="{FFC2E796-BF0A-4A02-9544-2D4D0A5B7518}" dt="2026-07-07T15:22:06.292" v="8" actId="478"/>
          <ac:spMkLst>
            <pc:docMk/>
            <pc:sldMk cId="0" sldId="258"/>
            <ac:spMk id="6" creationId="{00000000-0000-0000-0000-000000000000}"/>
          </ac:spMkLst>
        </pc:spChg>
        <pc:spChg chg="del">
          <ac:chgData name="Cesar Larios Jurado" userId="8f104481-d9ab-4cdc-ac3e-e12ab067789a" providerId="ADAL" clId="{FFC2E796-BF0A-4A02-9544-2D4D0A5B7518}" dt="2026-07-07T15:22:06.292" v="8" actId="478"/>
          <ac:spMkLst>
            <pc:docMk/>
            <pc:sldMk cId="0" sldId="258"/>
            <ac:spMk id="8" creationId="{00000000-0000-0000-0000-000000000000}"/>
          </ac:spMkLst>
        </pc:spChg>
        <pc:spChg chg="del">
          <ac:chgData name="Cesar Larios Jurado" userId="8f104481-d9ab-4cdc-ac3e-e12ab067789a" providerId="ADAL" clId="{FFC2E796-BF0A-4A02-9544-2D4D0A5B7518}" dt="2026-07-07T15:22:06.292" v="8" actId="478"/>
          <ac:spMkLst>
            <pc:docMk/>
            <pc:sldMk cId="0" sldId="258"/>
            <ac:spMk id="9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7:37:33.865" v="2452" actId="1035"/>
          <ac:spMkLst>
            <pc:docMk/>
            <pc:sldMk cId="0" sldId="258"/>
            <ac:spMk id="11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7:41:53.615" v="2492"/>
          <ac:spMkLst>
            <pc:docMk/>
            <pc:sldMk cId="0" sldId="258"/>
            <ac:spMk id="12" creationId="{00000000-0000-0000-0000-000000000000}"/>
          </ac:spMkLst>
        </pc:spChg>
        <pc:spChg chg="del">
          <ac:chgData name="Cesar Larios Jurado" userId="8f104481-d9ab-4cdc-ac3e-e12ab067789a" providerId="ADAL" clId="{FFC2E796-BF0A-4A02-9544-2D4D0A5B7518}" dt="2026-07-07T15:22:06.292" v="8" actId="478"/>
          <ac:spMkLst>
            <pc:docMk/>
            <pc:sldMk cId="0" sldId="258"/>
            <ac:spMk id="13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7:37:33.865" v="2452" actId="1035"/>
          <ac:spMkLst>
            <pc:docMk/>
            <pc:sldMk cId="0" sldId="258"/>
            <ac:spMk id="15" creationId="{00000000-0000-0000-0000-000000000000}"/>
          </ac:spMkLst>
        </pc:spChg>
        <pc:spChg chg="del mod">
          <ac:chgData name="Cesar Larios Jurado" userId="8f104481-d9ab-4cdc-ac3e-e12ab067789a" providerId="ADAL" clId="{FFC2E796-BF0A-4A02-9544-2D4D0A5B7518}" dt="2026-07-13T17:37:33.865" v="2452" actId="1035"/>
          <ac:spMkLst>
            <pc:docMk/>
            <pc:sldMk cId="0" sldId="258"/>
            <ac:spMk id="17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7:37:33.865" v="2452" actId="1035"/>
          <ac:spMkLst>
            <pc:docMk/>
            <pc:sldMk cId="0" sldId="258"/>
            <ac:spMk id="18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7:37:33.865" v="2452" actId="1035"/>
          <ac:spMkLst>
            <pc:docMk/>
            <pc:sldMk cId="0" sldId="258"/>
            <ac:spMk id="19" creationId="{00000000-0000-0000-0000-000000000000}"/>
          </ac:spMkLst>
        </pc:spChg>
        <pc:spChg chg="del">
          <ac:chgData name="Cesar Larios Jurado" userId="8f104481-d9ab-4cdc-ac3e-e12ab067789a" providerId="ADAL" clId="{FFC2E796-BF0A-4A02-9544-2D4D0A5B7518}" dt="2026-07-07T15:22:06.292" v="8" actId="478"/>
          <ac:spMkLst>
            <pc:docMk/>
            <pc:sldMk cId="0" sldId="258"/>
            <ac:spMk id="20" creationId="{00000000-0000-0000-0000-000000000000}"/>
          </ac:spMkLst>
        </pc:spChg>
        <pc:spChg chg="del mod">
          <ac:chgData name="Cesar Larios Jurado" userId="8f104481-d9ab-4cdc-ac3e-e12ab067789a" providerId="ADAL" clId="{FFC2E796-BF0A-4A02-9544-2D4D0A5B7518}" dt="2026-07-13T17:37:33.865" v="2452" actId="1035"/>
          <ac:spMkLst>
            <pc:docMk/>
            <pc:sldMk cId="0" sldId="258"/>
            <ac:spMk id="22" creationId="{00000000-0000-0000-0000-000000000000}"/>
          </ac:spMkLst>
        </pc:spChg>
        <pc:spChg chg="del">
          <ac:chgData name="Cesar Larios Jurado" userId="8f104481-d9ab-4cdc-ac3e-e12ab067789a" providerId="ADAL" clId="{FFC2E796-BF0A-4A02-9544-2D4D0A5B7518}" dt="2026-07-07T15:22:06.292" v="8" actId="478"/>
          <ac:spMkLst>
            <pc:docMk/>
            <pc:sldMk cId="0" sldId="258"/>
            <ac:spMk id="24" creationId="{00000000-0000-0000-0000-000000000000}"/>
          </ac:spMkLst>
        </pc:spChg>
        <pc:spChg chg="del">
          <ac:chgData name="Cesar Larios Jurado" userId="8f104481-d9ab-4cdc-ac3e-e12ab067789a" providerId="ADAL" clId="{FFC2E796-BF0A-4A02-9544-2D4D0A5B7518}" dt="2026-07-07T15:22:06.292" v="8" actId="478"/>
          <ac:spMkLst>
            <pc:docMk/>
            <pc:sldMk cId="0" sldId="258"/>
            <ac:spMk id="26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7:37:33.865" v="2452" actId="1035"/>
          <ac:spMkLst>
            <pc:docMk/>
            <pc:sldMk cId="0" sldId="258"/>
            <ac:spMk id="27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7:37:33.865" v="2452" actId="1035"/>
          <ac:spMkLst>
            <pc:docMk/>
            <pc:sldMk cId="0" sldId="258"/>
            <ac:spMk id="29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7:37:14.945" v="2430" actId="14100"/>
          <ac:spMkLst>
            <pc:docMk/>
            <pc:sldMk cId="0" sldId="258"/>
            <ac:spMk id="31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7:37:33.865" v="2452" actId="1035"/>
          <ac:spMkLst>
            <pc:docMk/>
            <pc:sldMk cId="0" sldId="258"/>
            <ac:spMk id="33" creationId="{00000000-0000-0000-0000-000000000000}"/>
          </ac:spMkLst>
        </pc:spChg>
        <pc:spChg chg="add del mod">
          <ac:chgData name="Cesar Larios Jurado" userId="8f104481-d9ab-4cdc-ac3e-e12ab067789a" providerId="ADAL" clId="{FFC2E796-BF0A-4A02-9544-2D4D0A5B7518}" dt="2026-07-13T17:46:25.911" v="2574" actId="478"/>
          <ac:spMkLst>
            <pc:docMk/>
            <pc:sldMk cId="0" sldId="258"/>
            <ac:spMk id="37" creationId="{E522618B-A7C6-1FCF-0881-ED9BF43EA410}"/>
          </ac:spMkLst>
        </pc:spChg>
        <pc:spChg chg="add mod">
          <ac:chgData name="Cesar Larios Jurado" userId="8f104481-d9ab-4cdc-ac3e-e12ab067789a" providerId="ADAL" clId="{FFC2E796-BF0A-4A02-9544-2D4D0A5B7518}" dt="2026-07-13T18:44:32.455" v="3432" actId="20577"/>
          <ac:spMkLst>
            <pc:docMk/>
            <pc:sldMk cId="0" sldId="258"/>
            <ac:spMk id="39" creationId="{B934EB02-72F4-0391-E055-96F5B71363B5}"/>
          </ac:spMkLst>
        </pc:spChg>
      </pc:sldChg>
      <pc:sldChg chg="modSp add del mod setBg">
        <pc:chgData name="Cesar Larios Jurado" userId="8f104481-d9ab-4cdc-ac3e-e12ab067789a" providerId="ADAL" clId="{FFC2E796-BF0A-4A02-9544-2D4D0A5B7518}" dt="2026-07-13T22:01:05.731" v="3648" actId="20577"/>
        <pc:sldMkLst>
          <pc:docMk/>
          <pc:sldMk cId="0" sldId="259"/>
        </pc:sldMkLst>
        <pc:spChg chg="mod">
          <ac:chgData name="Cesar Larios Jurado" userId="8f104481-d9ab-4cdc-ac3e-e12ab067789a" providerId="ADAL" clId="{FFC2E796-BF0A-4A02-9544-2D4D0A5B7518}" dt="2026-07-13T17:44:42.332" v="2562" actId="20577"/>
          <ac:spMkLst>
            <pc:docMk/>
            <pc:sldMk cId="0" sldId="259"/>
            <ac:spMk id="3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7:48:49.982" v="2649" actId="20577"/>
          <ac:spMkLst>
            <pc:docMk/>
            <pc:sldMk cId="0" sldId="259"/>
            <ac:spMk id="4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1:58:31.790" v="3623" actId="6549"/>
          <ac:spMkLst>
            <pc:docMk/>
            <pc:sldMk cId="0" sldId="259"/>
            <ac:spMk id="9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1:58:55.500" v="3624" actId="120"/>
          <ac:spMkLst>
            <pc:docMk/>
            <pc:sldMk cId="0" sldId="259"/>
            <ac:spMk id="14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1:59:03.040" v="3630" actId="6549"/>
          <ac:spMkLst>
            <pc:docMk/>
            <pc:sldMk cId="0" sldId="259"/>
            <ac:spMk id="19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1:59:47.991" v="3633" actId="20577"/>
          <ac:spMkLst>
            <pc:docMk/>
            <pc:sldMk cId="0" sldId="259"/>
            <ac:spMk id="24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1:59:55.017" v="3634" actId="120"/>
          <ac:spMkLst>
            <pc:docMk/>
            <pc:sldMk cId="0" sldId="259"/>
            <ac:spMk id="29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7:49:41.703" v="2671" actId="14100"/>
          <ac:spMkLst>
            <pc:docMk/>
            <pc:sldMk cId="0" sldId="259"/>
            <ac:spMk id="33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2:00:31.759" v="3635" actId="120"/>
          <ac:spMkLst>
            <pc:docMk/>
            <pc:sldMk cId="0" sldId="259"/>
            <ac:spMk id="34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2:01:05.731" v="3648" actId="20577"/>
          <ac:spMkLst>
            <pc:docMk/>
            <pc:sldMk cId="0" sldId="259"/>
            <ac:spMk id="36" creationId="{00000000-0000-0000-0000-000000000000}"/>
          </ac:spMkLst>
        </pc:spChg>
      </pc:sldChg>
      <pc:sldChg chg="delSp modSp add del mod setBg">
        <pc:chgData name="Cesar Larios Jurado" userId="8f104481-d9ab-4cdc-ac3e-e12ab067789a" providerId="ADAL" clId="{FFC2E796-BF0A-4A02-9544-2D4D0A5B7518}" dt="2026-07-13T22:02:52.683" v="3675" actId="20577"/>
        <pc:sldMkLst>
          <pc:docMk/>
          <pc:sldMk cId="0" sldId="260"/>
        </pc:sldMkLst>
        <pc:spChg chg="mod">
          <ac:chgData name="Cesar Larios Jurado" userId="8f104481-d9ab-4cdc-ac3e-e12ab067789a" providerId="ADAL" clId="{FFC2E796-BF0A-4A02-9544-2D4D0A5B7518}" dt="2026-07-13T22:02:52.683" v="3675" actId="20577"/>
          <ac:spMkLst>
            <pc:docMk/>
            <pc:sldMk cId="0" sldId="260"/>
            <ac:spMk id="5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07T15:52:06.819" v="571" actId="20577"/>
          <ac:spMkLst>
            <pc:docMk/>
            <pc:sldMk cId="0" sldId="260"/>
            <ac:spMk id="7" creationId="{00000000-0000-0000-0000-000000000000}"/>
          </ac:spMkLst>
        </pc:spChg>
      </pc:sldChg>
      <pc:sldChg chg="delSp modSp add del mod setBg">
        <pc:chgData name="Cesar Larios Jurado" userId="8f104481-d9ab-4cdc-ac3e-e12ab067789a" providerId="ADAL" clId="{FFC2E796-BF0A-4A02-9544-2D4D0A5B7518}" dt="2026-07-13T22:04:28.348" v="3710" actId="20577"/>
        <pc:sldMkLst>
          <pc:docMk/>
          <pc:sldMk cId="0" sldId="261"/>
        </pc:sldMkLst>
        <pc:spChg chg="mod">
          <ac:chgData name="Cesar Larios Jurado" userId="8f104481-d9ab-4cdc-ac3e-e12ab067789a" providerId="ADAL" clId="{FFC2E796-BF0A-4A02-9544-2D4D0A5B7518}" dt="2026-07-13T22:04:28.348" v="3710" actId="20577"/>
          <ac:spMkLst>
            <pc:docMk/>
            <pc:sldMk cId="0" sldId="261"/>
            <ac:spMk id="5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07T15:52:56.264" v="590" actId="20577"/>
          <ac:spMkLst>
            <pc:docMk/>
            <pc:sldMk cId="0" sldId="261"/>
            <ac:spMk id="7" creationId="{00000000-0000-0000-0000-000000000000}"/>
          </ac:spMkLst>
        </pc:spChg>
      </pc:sldChg>
      <pc:sldChg chg="delSp modSp add del mod setBg">
        <pc:chgData name="Cesar Larios Jurado" userId="8f104481-d9ab-4cdc-ac3e-e12ab067789a" providerId="ADAL" clId="{FFC2E796-BF0A-4A02-9544-2D4D0A5B7518}" dt="2026-07-13T18:01:49.958" v="2749" actId="6549"/>
        <pc:sldMkLst>
          <pc:docMk/>
          <pc:sldMk cId="0" sldId="262"/>
        </pc:sldMkLst>
        <pc:spChg chg="mod">
          <ac:chgData name="Cesar Larios Jurado" userId="8f104481-d9ab-4cdc-ac3e-e12ab067789a" providerId="ADAL" clId="{FFC2E796-BF0A-4A02-9544-2D4D0A5B7518}" dt="2026-07-13T18:01:49.958" v="2749" actId="6549"/>
          <ac:spMkLst>
            <pc:docMk/>
            <pc:sldMk cId="0" sldId="262"/>
            <ac:spMk id="3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07T15:56:06.070" v="661" actId="20578"/>
          <ac:spMkLst>
            <pc:docMk/>
            <pc:sldMk cId="0" sldId="262"/>
            <ac:spMk id="5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07T15:53:16.657" v="599" actId="20577"/>
          <ac:spMkLst>
            <pc:docMk/>
            <pc:sldMk cId="0" sldId="262"/>
            <ac:spMk id="7" creationId="{00000000-0000-0000-0000-000000000000}"/>
          </ac:spMkLst>
        </pc:spChg>
      </pc:sldChg>
      <pc:sldChg chg="delSp modSp add del mod setBg">
        <pc:chgData name="Cesar Larios Jurado" userId="8f104481-d9ab-4cdc-ac3e-e12ab067789a" providerId="ADAL" clId="{FFC2E796-BF0A-4A02-9544-2D4D0A5B7518}" dt="2026-07-07T15:57:15.387" v="689" actId="2"/>
        <pc:sldMkLst>
          <pc:docMk/>
          <pc:sldMk cId="0" sldId="263"/>
        </pc:sldMkLst>
        <pc:spChg chg="mod">
          <ac:chgData name="Cesar Larios Jurado" userId="8f104481-d9ab-4cdc-ac3e-e12ab067789a" providerId="ADAL" clId="{FFC2E796-BF0A-4A02-9544-2D4D0A5B7518}" dt="2026-07-07T15:57:15.387" v="689" actId="2"/>
          <ac:spMkLst>
            <pc:docMk/>
            <pc:sldMk cId="0" sldId="263"/>
            <ac:spMk id="5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07T15:56:36.361" v="684" actId="20577"/>
          <ac:spMkLst>
            <pc:docMk/>
            <pc:sldMk cId="0" sldId="263"/>
            <ac:spMk id="7" creationId="{00000000-0000-0000-0000-000000000000}"/>
          </ac:spMkLst>
        </pc:spChg>
      </pc:sldChg>
      <pc:sldChg chg="delSp modSp add del mod setBg modNotesTx">
        <pc:chgData name="Cesar Larios Jurado" userId="8f104481-d9ab-4cdc-ac3e-e12ab067789a" providerId="ADAL" clId="{FFC2E796-BF0A-4A02-9544-2D4D0A5B7518}" dt="2026-07-13T22:10:50.616" v="3759" actId="20577"/>
        <pc:sldMkLst>
          <pc:docMk/>
          <pc:sldMk cId="0" sldId="264"/>
        </pc:sldMkLst>
        <pc:spChg chg="mod">
          <ac:chgData name="Cesar Larios Jurado" userId="8f104481-d9ab-4cdc-ac3e-e12ab067789a" providerId="ADAL" clId="{FFC2E796-BF0A-4A02-9544-2D4D0A5B7518}" dt="2026-07-13T22:08:02.997" v="3733" actId="122"/>
          <ac:spMkLst>
            <pc:docMk/>
            <pc:sldMk cId="0" sldId="264"/>
            <ac:spMk id="3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2:09:03.763" v="3750" actId="20577"/>
          <ac:spMkLst>
            <pc:docMk/>
            <pc:sldMk cId="0" sldId="264"/>
            <ac:spMk id="4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2:09:46.846" v="3751" actId="20577"/>
          <ac:spMkLst>
            <pc:docMk/>
            <pc:sldMk cId="0" sldId="264"/>
            <ac:spMk id="12" creationId="{00000000-0000-0000-0000-000000000000}"/>
          </ac:spMkLst>
        </pc:spChg>
      </pc:sldChg>
      <pc:sldChg chg="delSp modSp add del mod setBg chgLayout">
        <pc:chgData name="Cesar Larios Jurado" userId="8f104481-d9ab-4cdc-ac3e-e12ab067789a" providerId="ADAL" clId="{FFC2E796-BF0A-4A02-9544-2D4D0A5B7518}" dt="2026-07-13T18:07:45.742" v="2780" actId="255"/>
        <pc:sldMkLst>
          <pc:docMk/>
          <pc:sldMk cId="0" sldId="265"/>
        </pc:sldMkLst>
        <pc:spChg chg="mod">
          <ac:chgData name="Cesar Larios Jurado" userId="8f104481-d9ab-4cdc-ac3e-e12ab067789a" providerId="ADAL" clId="{FFC2E796-BF0A-4A02-9544-2D4D0A5B7518}" dt="2026-07-13T18:07:45.742" v="2780" actId="255"/>
          <ac:spMkLst>
            <pc:docMk/>
            <pc:sldMk cId="0" sldId="265"/>
            <ac:spMk id="6" creationId="{00000000-0000-0000-0000-000000000000}"/>
          </ac:spMkLst>
        </pc:spChg>
      </pc:sldChg>
      <pc:sldChg chg="delSp modSp add del mod setBg modShow">
        <pc:chgData name="Cesar Larios Jurado" userId="8f104481-d9ab-4cdc-ac3e-e12ab067789a" providerId="ADAL" clId="{FFC2E796-BF0A-4A02-9544-2D4D0A5B7518}" dt="2026-07-13T18:06:42.230" v="2765" actId="47"/>
        <pc:sldMkLst>
          <pc:docMk/>
          <pc:sldMk cId="0" sldId="266"/>
        </pc:sldMkLst>
      </pc:sldChg>
      <pc:sldChg chg="delSp modSp add del mod setBg modShow">
        <pc:chgData name="Cesar Larios Jurado" userId="8f104481-d9ab-4cdc-ac3e-e12ab067789a" providerId="ADAL" clId="{FFC2E796-BF0A-4A02-9544-2D4D0A5B7518}" dt="2026-07-13T18:06:42.230" v="2765" actId="47"/>
        <pc:sldMkLst>
          <pc:docMk/>
          <pc:sldMk cId="0" sldId="267"/>
        </pc:sldMkLst>
      </pc:sldChg>
      <pc:sldChg chg="add del mod setBg modShow">
        <pc:chgData name="Cesar Larios Jurado" userId="8f104481-d9ab-4cdc-ac3e-e12ab067789a" providerId="ADAL" clId="{FFC2E796-BF0A-4A02-9544-2D4D0A5B7518}" dt="2026-07-13T18:06:42.230" v="2765" actId="47"/>
        <pc:sldMkLst>
          <pc:docMk/>
          <pc:sldMk cId="0" sldId="283"/>
        </pc:sldMkLst>
      </pc:sldChg>
      <pc:sldChg chg="modSp add del mod setBg">
        <pc:chgData name="Cesar Larios Jurado" userId="8f104481-d9ab-4cdc-ac3e-e12ab067789a" providerId="ADAL" clId="{FFC2E796-BF0A-4A02-9544-2D4D0A5B7518}" dt="2026-07-13T22:12:57.812" v="3791" actId="1035"/>
        <pc:sldMkLst>
          <pc:docMk/>
          <pc:sldMk cId="0" sldId="284"/>
        </pc:sldMkLst>
        <pc:spChg chg="mod">
          <ac:chgData name="Cesar Larios Jurado" userId="8f104481-d9ab-4cdc-ac3e-e12ab067789a" providerId="ADAL" clId="{FFC2E796-BF0A-4A02-9544-2D4D0A5B7518}" dt="2026-07-13T15:12:56.632" v="1042" actId="20577"/>
          <ac:spMkLst>
            <pc:docMk/>
            <pc:sldMk cId="0" sldId="284"/>
            <ac:spMk id="2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2:12:57.812" v="3791" actId="1035"/>
          <ac:spMkLst>
            <pc:docMk/>
            <pc:sldMk cId="0" sldId="284"/>
            <ac:spMk id="4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07T16:12:26.589" v="834" actId="20577"/>
          <ac:spMkLst>
            <pc:docMk/>
            <pc:sldMk cId="0" sldId="284"/>
            <ac:spMk id="6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8:14:11.667" v="2892" actId="20577"/>
          <ac:spMkLst>
            <pc:docMk/>
            <pc:sldMk cId="0" sldId="284"/>
            <ac:spMk id="11" creationId="{00000000-0000-0000-0000-000000000000}"/>
          </ac:spMkLst>
        </pc:spChg>
      </pc:sldChg>
      <pc:sldChg chg="delSp modSp add del mod setBg">
        <pc:chgData name="Cesar Larios Jurado" userId="8f104481-d9ab-4cdc-ac3e-e12ab067789a" providerId="ADAL" clId="{FFC2E796-BF0A-4A02-9544-2D4D0A5B7518}" dt="2026-07-13T22:19:52.123" v="3827" actId="6549"/>
        <pc:sldMkLst>
          <pc:docMk/>
          <pc:sldMk cId="0" sldId="285"/>
        </pc:sldMkLst>
        <pc:spChg chg="mod">
          <ac:chgData name="Cesar Larios Jurado" userId="8f104481-d9ab-4cdc-ac3e-e12ab067789a" providerId="ADAL" clId="{FFC2E796-BF0A-4A02-9544-2D4D0A5B7518}" dt="2026-07-13T18:14:54.898" v="2901" actId="1035"/>
          <ac:spMkLst>
            <pc:docMk/>
            <pc:sldMk cId="0" sldId="285"/>
            <ac:spMk id="2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2:18:45.374" v="3807" actId="20577"/>
          <ac:spMkLst>
            <pc:docMk/>
            <pc:sldMk cId="0" sldId="285"/>
            <ac:spMk id="6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2:19:52.123" v="3827" actId="6549"/>
          <ac:spMkLst>
            <pc:docMk/>
            <pc:sldMk cId="0" sldId="285"/>
            <ac:spMk id="11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8:17:41.174" v="2953" actId="20577"/>
          <ac:spMkLst>
            <pc:docMk/>
            <pc:sldMk cId="0" sldId="285"/>
            <ac:spMk id="17" creationId="{00000000-0000-0000-0000-000000000000}"/>
          </ac:spMkLst>
        </pc:spChg>
      </pc:sldChg>
      <pc:sldChg chg="delSp modSp add del mod setBg">
        <pc:chgData name="Cesar Larios Jurado" userId="8f104481-d9ab-4cdc-ac3e-e12ab067789a" providerId="ADAL" clId="{FFC2E796-BF0A-4A02-9544-2D4D0A5B7518}" dt="2026-07-13T22:28:42.022" v="4151" actId="20577"/>
        <pc:sldMkLst>
          <pc:docMk/>
          <pc:sldMk cId="0" sldId="286"/>
        </pc:sldMkLst>
        <pc:spChg chg="mod">
          <ac:chgData name="Cesar Larios Jurado" userId="8f104481-d9ab-4cdc-ac3e-e12ab067789a" providerId="ADAL" clId="{FFC2E796-BF0A-4A02-9544-2D4D0A5B7518}" dt="2026-07-13T18:22:11.790" v="3030" actId="20577"/>
          <ac:spMkLst>
            <pc:docMk/>
            <pc:sldMk cId="0" sldId="286"/>
            <ac:spMk id="3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8:22:27.283" v="3044" actId="20577"/>
          <ac:spMkLst>
            <pc:docMk/>
            <pc:sldMk cId="0" sldId="286"/>
            <ac:spMk id="4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8:27:11.453" v="3070" actId="207"/>
          <ac:spMkLst>
            <pc:docMk/>
            <pc:sldMk cId="0" sldId="286"/>
            <ac:spMk id="5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07T16:14:15.932" v="856" actId="2"/>
          <ac:spMkLst>
            <pc:docMk/>
            <pc:sldMk cId="0" sldId="286"/>
            <ac:spMk id="6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07T16:14:19.274" v="863" actId="2"/>
          <ac:spMkLst>
            <pc:docMk/>
            <pc:sldMk cId="0" sldId="286"/>
            <ac:spMk id="7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07T16:14:22.602" v="865" actId="2"/>
          <ac:spMkLst>
            <pc:docMk/>
            <pc:sldMk cId="0" sldId="286"/>
            <ac:spMk id="9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07T16:14:27.162" v="873" actId="2"/>
          <ac:spMkLst>
            <pc:docMk/>
            <pc:sldMk cId="0" sldId="286"/>
            <ac:spMk id="10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07T16:14:30.972" v="877" actId="2"/>
          <ac:spMkLst>
            <pc:docMk/>
            <pc:sldMk cId="0" sldId="286"/>
            <ac:spMk id="13" creationId="{00000000-0000-0000-0000-000000000000}"/>
          </ac:spMkLst>
        </pc:spChg>
        <pc:spChg chg="del">
          <ac:chgData name="Cesar Larios Jurado" userId="8f104481-d9ab-4cdc-ac3e-e12ab067789a" providerId="ADAL" clId="{FFC2E796-BF0A-4A02-9544-2D4D0A5B7518}" dt="2026-07-13T18:25:43.390" v="3045" actId="478"/>
          <ac:spMkLst>
            <pc:docMk/>
            <pc:sldMk cId="0" sldId="286"/>
            <ac:spMk id="15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08T19:36:19.718" v="928" actId="20577"/>
          <ac:spMkLst>
            <pc:docMk/>
            <pc:sldMk cId="0" sldId="286"/>
            <ac:spMk id="16" creationId="{00000000-0000-0000-0000-000000000000}"/>
          </ac:spMkLst>
        </pc:spChg>
        <pc:spChg chg="del">
          <ac:chgData name="Cesar Larios Jurado" userId="8f104481-d9ab-4cdc-ac3e-e12ab067789a" providerId="ADAL" clId="{FFC2E796-BF0A-4A02-9544-2D4D0A5B7518}" dt="2026-07-13T18:25:47.575" v="3046" actId="478"/>
          <ac:spMkLst>
            <pc:docMk/>
            <pc:sldMk cId="0" sldId="286"/>
            <ac:spMk id="17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8:25:56.346" v="3047" actId="14100"/>
          <ac:spMkLst>
            <pc:docMk/>
            <pc:sldMk cId="0" sldId="286"/>
            <ac:spMk id="18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8:26:01.817" v="3048" actId="1076"/>
          <ac:spMkLst>
            <pc:docMk/>
            <pc:sldMk cId="0" sldId="286"/>
            <ac:spMk id="19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2:28:42.022" v="4151" actId="20577"/>
          <ac:spMkLst>
            <pc:docMk/>
            <pc:sldMk cId="0" sldId="286"/>
            <ac:spMk id="20" creationId="{00000000-0000-0000-0000-000000000000}"/>
          </ac:spMkLst>
        </pc:spChg>
      </pc:sldChg>
      <pc:sldChg chg="delSp modSp add del mod setBg">
        <pc:chgData name="Cesar Larios Jurado" userId="8f104481-d9ab-4cdc-ac3e-e12ab067789a" providerId="ADAL" clId="{FFC2E796-BF0A-4A02-9544-2D4D0A5B7518}" dt="2026-07-13T18:30:21.029" v="3112" actId="20577"/>
        <pc:sldMkLst>
          <pc:docMk/>
          <pc:sldMk cId="0" sldId="287"/>
        </pc:sldMkLst>
        <pc:spChg chg="mod">
          <ac:chgData name="Cesar Larios Jurado" userId="8f104481-d9ab-4cdc-ac3e-e12ab067789a" providerId="ADAL" clId="{FFC2E796-BF0A-4A02-9544-2D4D0A5B7518}" dt="2026-07-07T16:16:56.745" v="897" actId="20577"/>
          <ac:spMkLst>
            <pc:docMk/>
            <pc:sldMk cId="0" sldId="287"/>
            <ac:spMk id="4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07T23:51:43.822" v="916" actId="20577"/>
          <ac:spMkLst>
            <pc:docMk/>
            <pc:sldMk cId="0" sldId="287"/>
            <ac:spMk id="5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07T23:52:00.714" v="925" actId="6549"/>
          <ac:spMkLst>
            <pc:docMk/>
            <pc:sldMk cId="0" sldId="287"/>
            <ac:spMk id="8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8:30:21.029" v="3112" actId="20577"/>
          <ac:spMkLst>
            <pc:docMk/>
            <pc:sldMk cId="0" sldId="287"/>
            <ac:spMk id="15" creationId="{00000000-0000-0000-0000-000000000000}"/>
          </ac:spMkLst>
        </pc:spChg>
      </pc:sldChg>
      <pc:sldChg chg="new del ord">
        <pc:chgData name="Cesar Larios Jurado" userId="8f104481-d9ab-4cdc-ac3e-e12ab067789a" providerId="ADAL" clId="{FFC2E796-BF0A-4A02-9544-2D4D0A5B7518}" dt="2026-07-13T15:06:50.697" v="936" actId="47"/>
        <pc:sldMkLst>
          <pc:docMk/>
          <pc:sldMk cId="1779321549" sldId="288"/>
        </pc:sldMkLst>
      </pc:sldChg>
      <pc:sldChg chg="delSp modSp add mod setBg modNotesTx">
        <pc:chgData name="Cesar Larios Jurado" userId="8f104481-d9ab-4cdc-ac3e-e12ab067789a" providerId="ADAL" clId="{FFC2E796-BF0A-4A02-9544-2D4D0A5B7518}" dt="2026-07-13T22:12:48.565" v="3776" actId="1035"/>
        <pc:sldMkLst>
          <pc:docMk/>
          <pc:sldMk cId="0" sldId="289"/>
        </pc:sldMkLst>
        <pc:spChg chg="mod">
          <ac:chgData name="Cesar Larios Jurado" userId="8f104481-d9ab-4cdc-ac3e-e12ab067789a" providerId="ADAL" clId="{FFC2E796-BF0A-4A02-9544-2D4D0A5B7518}" dt="2026-07-13T18:09:55.668" v="2831" actId="20577"/>
          <ac:spMkLst>
            <pc:docMk/>
            <pc:sldMk cId="0" sldId="289"/>
            <ac:spMk id="2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2:11:50.416" v="3760" actId="20577"/>
          <ac:spMkLst>
            <pc:docMk/>
            <pc:sldMk cId="0" sldId="289"/>
            <ac:spMk id="3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5:09:09.327" v="965" actId="20577"/>
          <ac:spMkLst>
            <pc:docMk/>
            <pc:sldMk cId="0" sldId="289"/>
            <ac:spMk id="4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5:10:45.008" v="1037" actId="20577"/>
          <ac:spMkLst>
            <pc:docMk/>
            <pc:sldMk cId="0" sldId="289"/>
            <ac:spMk id="10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5:15:47.535" v="1074" actId="20577"/>
          <ac:spMkLst>
            <pc:docMk/>
            <pc:sldMk cId="0" sldId="289"/>
            <ac:spMk id="21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5:13:37.352" v="1048" actId="207"/>
          <ac:spMkLst>
            <pc:docMk/>
            <pc:sldMk cId="0" sldId="289"/>
            <ac:spMk id="23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5:21:35.434" v="1128" actId="20577"/>
          <ac:spMkLst>
            <pc:docMk/>
            <pc:sldMk cId="0" sldId="289"/>
            <ac:spMk id="24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5:19:37.850" v="1106" actId="20577"/>
          <ac:spMkLst>
            <pc:docMk/>
            <pc:sldMk cId="0" sldId="289"/>
            <ac:spMk id="31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8:09:27.156" v="2818" actId="1036"/>
          <ac:spMkLst>
            <pc:docMk/>
            <pc:sldMk cId="0" sldId="289"/>
            <ac:spMk id="32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2:12:48.565" v="3776" actId="1035"/>
          <ac:spMkLst>
            <pc:docMk/>
            <pc:sldMk cId="0" sldId="289"/>
            <ac:spMk id="33" creationId="{00000000-0000-0000-0000-000000000000}"/>
          </ac:spMkLst>
        </pc:spChg>
        <pc:spChg chg="del">
          <ac:chgData name="Cesar Larios Jurado" userId="8f104481-d9ab-4cdc-ac3e-e12ab067789a" providerId="ADAL" clId="{FFC2E796-BF0A-4A02-9544-2D4D0A5B7518}" dt="2026-07-13T15:19:53.455" v="1107" actId="478"/>
          <ac:spMkLst>
            <pc:docMk/>
            <pc:sldMk cId="0" sldId="289"/>
            <ac:spMk id="35" creationId="{00000000-0000-0000-0000-000000000000}"/>
          </ac:spMkLst>
        </pc:spChg>
      </pc:sldChg>
      <pc:sldChg chg="new del">
        <pc:chgData name="Cesar Larios Jurado" userId="8f104481-d9ab-4cdc-ac3e-e12ab067789a" providerId="ADAL" clId="{FFC2E796-BF0A-4A02-9544-2D4D0A5B7518}" dt="2026-07-13T15:12:42.611" v="1040" actId="47"/>
        <pc:sldMkLst>
          <pc:docMk/>
          <pc:sldMk cId="976591610" sldId="290"/>
        </pc:sldMkLst>
      </pc:sldChg>
      <pc:sldChg chg="addSp delSp modSp add mod setBg">
        <pc:chgData name="Cesar Larios Jurado" userId="8f104481-d9ab-4cdc-ac3e-e12ab067789a" providerId="ADAL" clId="{FFC2E796-BF0A-4A02-9544-2D4D0A5B7518}" dt="2026-07-13T22:24:51.609" v="3969" actId="114"/>
        <pc:sldMkLst>
          <pc:docMk/>
          <pc:sldMk cId="0" sldId="291"/>
        </pc:sldMkLst>
        <pc:spChg chg="mod">
          <ac:chgData name="Cesar Larios Jurado" userId="8f104481-d9ab-4cdc-ac3e-e12ab067789a" providerId="ADAL" clId="{FFC2E796-BF0A-4A02-9544-2D4D0A5B7518}" dt="2026-07-13T15:25:50.335" v="1144" actId="207"/>
          <ac:spMkLst>
            <pc:docMk/>
            <pc:sldMk cId="0" sldId="291"/>
            <ac:spMk id="2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2:20:49.392" v="3879" actId="20577"/>
          <ac:spMkLst>
            <pc:docMk/>
            <pc:sldMk cId="0" sldId="291"/>
            <ac:spMk id="3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2:21:23.275" v="3883" actId="20577"/>
          <ac:spMkLst>
            <pc:docMk/>
            <pc:sldMk cId="0" sldId="291"/>
            <ac:spMk id="4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5:25:53.904" v="1145" actId="207"/>
          <ac:spMkLst>
            <pc:docMk/>
            <pc:sldMk cId="0" sldId="291"/>
            <ac:spMk id="5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5:25:57.077" v="1146" actId="207"/>
          <ac:spMkLst>
            <pc:docMk/>
            <pc:sldMk cId="0" sldId="291"/>
            <ac:spMk id="24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2:24:30.616" v="3966" actId="114"/>
          <ac:spMkLst>
            <pc:docMk/>
            <pc:sldMk cId="0" sldId="291"/>
            <ac:spMk id="25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2:24:07.706" v="3963" actId="20577"/>
          <ac:spMkLst>
            <pc:docMk/>
            <pc:sldMk cId="0" sldId="291"/>
            <ac:spMk id="28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5:27:41.809" v="1203" actId="20577"/>
          <ac:spMkLst>
            <pc:docMk/>
            <pc:sldMk cId="0" sldId="291"/>
            <ac:spMk id="32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2:21:57.578" v="3884" actId="6549"/>
          <ac:spMkLst>
            <pc:docMk/>
            <pc:sldMk cId="0" sldId="291"/>
            <ac:spMk id="33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2:24:51.609" v="3969" actId="114"/>
          <ac:spMkLst>
            <pc:docMk/>
            <pc:sldMk cId="0" sldId="291"/>
            <ac:spMk id="34" creationId="{00000000-0000-0000-0000-000000000000}"/>
          </ac:spMkLst>
        </pc:spChg>
        <pc:spChg chg="del mod">
          <ac:chgData name="Cesar Larios Jurado" userId="8f104481-d9ab-4cdc-ac3e-e12ab067789a" providerId="ADAL" clId="{FFC2E796-BF0A-4A02-9544-2D4D0A5B7518}" dt="2026-07-13T15:22:10.694" v="1130" actId="478"/>
          <ac:spMkLst>
            <pc:docMk/>
            <pc:sldMk cId="0" sldId="291"/>
            <ac:spMk id="36" creationId="{00000000-0000-0000-0000-000000000000}"/>
          </ac:spMkLst>
        </pc:spChg>
        <pc:spChg chg="add del">
          <ac:chgData name="Cesar Larios Jurado" userId="8f104481-d9ab-4cdc-ac3e-e12ab067789a" providerId="ADAL" clId="{FFC2E796-BF0A-4A02-9544-2D4D0A5B7518}" dt="2026-07-13T15:41:23.485" v="1265" actId="478"/>
          <ac:spMkLst>
            <pc:docMk/>
            <pc:sldMk cId="0" sldId="291"/>
            <ac:spMk id="38" creationId="{195E15F3-8FF6-0B7C-EB64-C7DE75A752D9}"/>
          </ac:spMkLst>
        </pc:spChg>
      </pc:sldChg>
      <pc:sldChg chg="addSp modSp new del mod">
        <pc:chgData name="Cesar Larios Jurado" userId="8f104481-d9ab-4cdc-ac3e-e12ab067789a" providerId="ADAL" clId="{FFC2E796-BF0A-4A02-9544-2D4D0A5B7518}" dt="2026-07-13T15:30:05.951" v="1208" actId="47"/>
        <pc:sldMkLst>
          <pc:docMk/>
          <pc:sldMk cId="123148945" sldId="292"/>
        </pc:sldMkLst>
        <pc:spChg chg="add mod">
          <ac:chgData name="Cesar Larios Jurado" userId="8f104481-d9ab-4cdc-ac3e-e12ab067789a" providerId="ADAL" clId="{FFC2E796-BF0A-4A02-9544-2D4D0A5B7518}" dt="2026-07-13T15:29:55.889" v="1207" actId="1076"/>
          <ac:spMkLst>
            <pc:docMk/>
            <pc:sldMk cId="123148945" sldId="292"/>
            <ac:spMk id="8" creationId="{7973FC35-D437-5DA3-33A6-531B2F43C798}"/>
          </ac:spMkLst>
        </pc:spChg>
        <pc:graphicFrameChg chg="add mod">
          <ac:chgData name="Cesar Larios Jurado" userId="8f104481-d9ab-4cdc-ac3e-e12ab067789a" providerId="ADAL" clId="{FFC2E796-BF0A-4A02-9544-2D4D0A5B7518}" dt="2026-07-13T15:29:48.405" v="1206"/>
          <ac:graphicFrameMkLst>
            <pc:docMk/>
            <pc:sldMk cId="123148945" sldId="292"/>
            <ac:graphicFrameMk id="2" creationId="{101F5FDE-9F5E-1DEE-5727-1F26DB1B562E}"/>
          </ac:graphicFrameMkLst>
        </pc:graphicFrameChg>
        <pc:graphicFrameChg chg="add mod">
          <ac:chgData name="Cesar Larios Jurado" userId="8f104481-d9ab-4cdc-ac3e-e12ab067789a" providerId="ADAL" clId="{FFC2E796-BF0A-4A02-9544-2D4D0A5B7518}" dt="2026-07-13T15:29:48.405" v="1206"/>
          <ac:graphicFrameMkLst>
            <pc:docMk/>
            <pc:sldMk cId="123148945" sldId="292"/>
            <ac:graphicFrameMk id="3" creationId="{4913CAD2-2ECD-3F9C-7220-BCF6A29F8793}"/>
          </ac:graphicFrameMkLst>
        </pc:graphicFrameChg>
        <pc:graphicFrameChg chg="add mod">
          <ac:chgData name="Cesar Larios Jurado" userId="8f104481-d9ab-4cdc-ac3e-e12ab067789a" providerId="ADAL" clId="{FFC2E796-BF0A-4A02-9544-2D4D0A5B7518}" dt="2026-07-13T15:29:48.405" v="1206"/>
          <ac:graphicFrameMkLst>
            <pc:docMk/>
            <pc:sldMk cId="123148945" sldId="292"/>
            <ac:graphicFrameMk id="4" creationId="{68FEECDF-708B-ADA2-9B73-7EE442B569D1}"/>
          </ac:graphicFrameMkLst>
        </pc:graphicFrameChg>
        <pc:graphicFrameChg chg="add mod">
          <ac:chgData name="Cesar Larios Jurado" userId="8f104481-d9ab-4cdc-ac3e-e12ab067789a" providerId="ADAL" clId="{FFC2E796-BF0A-4A02-9544-2D4D0A5B7518}" dt="2026-07-13T15:29:48.405" v="1206"/>
          <ac:graphicFrameMkLst>
            <pc:docMk/>
            <pc:sldMk cId="123148945" sldId="292"/>
            <ac:graphicFrameMk id="5" creationId="{7683E932-773E-E363-37EF-72F0026B7040}"/>
          </ac:graphicFrameMkLst>
        </pc:graphicFrameChg>
        <pc:graphicFrameChg chg="add mod">
          <ac:chgData name="Cesar Larios Jurado" userId="8f104481-d9ab-4cdc-ac3e-e12ab067789a" providerId="ADAL" clId="{FFC2E796-BF0A-4A02-9544-2D4D0A5B7518}" dt="2026-07-13T15:29:48.405" v="1206"/>
          <ac:graphicFrameMkLst>
            <pc:docMk/>
            <pc:sldMk cId="123148945" sldId="292"/>
            <ac:graphicFrameMk id="6" creationId="{64A9FAEB-58A9-C854-5D46-1B74F940D2D0}"/>
          </ac:graphicFrameMkLst>
        </pc:graphicFrameChg>
      </pc:sldChg>
      <pc:sldChg chg="new del">
        <pc:chgData name="Cesar Larios Jurado" userId="8f104481-d9ab-4cdc-ac3e-e12ab067789a" providerId="ADAL" clId="{FFC2E796-BF0A-4A02-9544-2D4D0A5B7518}" dt="2026-07-13T15:30:09.978" v="1210" actId="47"/>
        <pc:sldMkLst>
          <pc:docMk/>
          <pc:sldMk cId="1556917730" sldId="292"/>
        </pc:sldMkLst>
      </pc:sldChg>
      <pc:sldChg chg="addSp delSp modSp new del mod">
        <pc:chgData name="Cesar Larios Jurado" userId="8f104481-d9ab-4cdc-ac3e-e12ab067789a" providerId="ADAL" clId="{FFC2E796-BF0A-4A02-9544-2D4D0A5B7518}" dt="2026-07-13T16:47:47.628" v="1501" actId="47"/>
        <pc:sldMkLst>
          <pc:docMk/>
          <pc:sldMk cId="4031599180" sldId="292"/>
        </pc:sldMkLst>
        <pc:spChg chg="add mod">
          <ac:chgData name="Cesar Larios Jurado" userId="8f104481-d9ab-4cdc-ac3e-e12ab067789a" providerId="ADAL" clId="{FFC2E796-BF0A-4A02-9544-2D4D0A5B7518}" dt="2026-07-13T15:49:48.274" v="1368" actId="1035"/>
          <ac:spMkLst>
            <pc:docMk/>
            <pc:sldMk cId="4031599180" sldId="292"/>
            <ac:spMk id="5" creationId="{8A207DD1-2C4E-73D8-D9BE-282061E2867B}"/>
          </ac:spMkLst>
        </pc:spChg>
        <pc:spChg chg="add del mod">
          <ac:chgData name="Cesar Larios Jurado" userId="8f104481-d9ab-4cdc-ac3e-e12ab067789a" providerId="ADAL" clId="{FFC2E796-BF0A-4A02-9544-2D4D0A5B7518}" dt="2026-07-13T15:41:19.978" v="1264" actId="478"/>
          <ac:spMkLst>
            <pc:docMk/>
            <pc:sldMk cId="4031599180" sldId="292"/>
            <ac:spMk id="7" creationId="{DEA84B58-27C8-149A-DA10-4852F51F2ED6}"/>
          </ac:spMkLst>
        </pc:spChg>
        <pc:spChg chg="add mod">
          <ac:chgData name="Cesar Larios Jurado" userId="8f104481-d9ab-4cdc-ac3e-e12ab067789a" providerId="ADAL" clId="{FFC2E796-BF0A-4A02-9544-2D4D0A5B7518}" dt="2026-07-13T15:50:04.790" v="1411" actId="1035"/>
          <ac:spMkLst>
            <pc:docMk/>
            <pc:sldMk cId="4031599180" sldId="292"/>
            <ac:spMk id="9" creationId="{7E1D5FBA-8660-B126-A04E-F04046C984E6}"/>
          </ac:spMkLst>
        </pc:spChg>
        <pc:spChg chg="add mod">
          <ac:chgData name="Cesar Larios Jurado" userId="8f104481-d9ab-4cdc-ac3e-e12ab067789a" providerId="ADAL" clId="{FFC2E796-BF0A-4A02-9544-2D4D0A5B7518}" dt="2026-07-13T16:01:08.935" v="1487" actId="207"/>
          <ac:spMkLst>
            <pc:docMk/>
            <pc:sldMk cId="4031599180" sldId="292"/>
            <ac:spMk id="12" creationId="{D9346CC1-CE82-7AB7-4588-8A87BD5445FE}"/>
          </ac:spMkLst>
        </pc:spChg>
        <pc:graphicFrameChg chg="add mod modGraphic">
          <ac:chgData name="Cesar Larios Jurado" userId="8f104481-d9ab-4cdc-ac3e-e12ab067789a" providerId="ADAL" clId="{FFC2E796-BF0A-4A02-9544-2D4D0A5B7518}" dt="2026-07-13T15:52:03.888" v="1449"/>
          <ac:graphicFrameMkLst>
            <pc:docMk/>
            <pc:sldMk cId="4031599180" sldId="292"/>
            <ac:graphicFrameMk id="2" creationId="{ADA293DC-B61A-4E44-3AE5-19E60589F81F}"/>
          </ac:graphicFrameMkLst>
        </pc:graphicFrameChg>
        <pc:graphicFrameChg chg="add mod modGraphic">
          <ac:chgData name="Cesar Larios Jurado" userId="8f104481-d9ab-4cdc-ac3e-e12ab067789a" providerId="ADAL" clId="{FFC2E796-BF0A-4A02-9544-2D4D0A5B7518}" dt="2026-07-13T15:54:57.572" v="1474" actId="20577"/>
          <ac:graphicFrameMkLst>
            <pc:docMk/>
            <pc:sldMk cId="4031599180" sldId="292"/>
            <ac:graphicFrameMk id="3" creationId="{B8081A0B-F596-FCBE-2027-A918C9CBAB53}"/>
          </ac:graphicFrameMkLst>
        </pc:graphicFrameChg>
        <pc:graphicFrameChg chg="add mod modGraphic">
          <ac:chgData name="Cesar Larios Jurado" userId="8f104481-d9ab-4cdc-ac3e-e12ab067789a" providerId="ADAL" clId="{FFC2E796-BF0A-4A02-9544-2D4D0A5B7518}" dt="2026-07-13T15:59:37.438" v="1484" actId="207"/>
          <ac:graphicFrameMkLst>
            <pc:docMk/>
            <pc:sldMk cId="4031599180" sldId="292"/>
            <ac:graphicFrameMk id="10" creationId="{B83D2A37-B0DF-D0E9-BB71-E57DC1FF05B0}"/>
          </ac:graphicFrameMkLst>
        </pc:graphicFrameChg>
      </pc:sldChg>
      <pc:sldChg chg="new del">
        <pc:chgData name="Cesar Larios Jurado" userId="8f104481-d9ab-4cdc-ac3e-e12ab067789a" providerId="ADAL" clId="{FFC2E796-BF0A-4A02-9544-2D4D0A5B7518}" dt="2026-07-13T16:02:44.511" v="1489" actId="47"/>
        <pc:sldMkLst>
          <pc:docMk/>
          <pc:sldMk cId="3838928642" sldId="293"/>
        </pc:sldMkLst>
      </pc:sldChg>
      <pc:sldChg chg="addSp modSp new del mod ord setBg">
        <pc:chgData name="Cesar Larios Jurado" userId="8f104481-d9ab-4cdc-ac3e-e12ab067789a" providerId="ADAL" clId="{FFC2E796-BF0A-4A02-9544-2D4D0A5B7518}" dt="2026-07-13T17:18:11.434" v="1895" actId="47"/>
        <pc:sldMkLst>
          <pc:docMk/>
          <pc:sldMk cId="4145400413" sldId="293"/>
        </pc:sldMkLst>
        <pc:spChg chg="add mod">
          <ac:chgData name="Cesar Larios Jurado" userId="8f104481-d9ab-4cdc-ac3e-e12ab067789a" providerId="ADAL" clId="{FFC2E796-BF0A-4A02-9544-2D4D0A5B7518}" dt="2026-07-13T17:14:33.428" v="1816" actId="1035"/>
          <ac:spMkLst>
            <pc:docMk/>
            <pc:sldMk cId="4145400413" sldId="293"/>
            <ac:spMk id="5" creationId="{13949FB9-8E1D-9BB9-E201-A8065A473844}"/>
          </ac:spMkLst>
        </pc:spChg>
        <pc:spChg chg="add mod">
          <ac:chgData name="Cesar Larios Jurado" userId="8f104481-d9ab-4cdc-ac3e-e12ab067789a" providerId="ADAL" clId="{FFC2E796-BF0A-4A02-9544-2D4D0A5B7518}" dt="2026-07-13T17:14:43.895" v="1822" actId="1035"/>
          <ac:spMkLst>
            <pc:docMk/>
            <pc:sldMk cId="4145400413" sldId="293"/>
            <ac:spMk id="9" creationId="{3F05E157-B37E-5240-9692-9D48A03F9156}"/>
          </ac:spMkLst>
        </pc:spChg>
        <pc:spChg chg="add mod">
          <ac:chgData name="Cesar Larios Jurado" userId="8f104481-d9ab-4cdc-ac3e-e12ab067789a" providerId="ADAL" clId="{FFC2E796-BF0A-4A02-9544-2D4D0A5B7518}" dt="2026-07-13T17:15:15.711" v="1834" actId="1035"/>
          <ac:spMkLst>
            <pc:docMk/>
            <pc:sldMk cId="4145400413" sldId="293"/>
            <ac:spMk id="13" creationId="{E30962CC-0039-4C15-1F2D-C88874AFFB33}"/>
          </ac:spMkLst>
        </pc:spChg>
        <pc:spChg chg="add mod">
          <ac:chgData name="Cesar Larios Jurado" userId="8f104481-d9ab-4cdc-ac3e-e12ab067789a" providerId="ADAL" clId="{FFC2E796-BF0A-4A02-9544-2D4D0A5B7518}" dt="2026-07-13T17:16:38.887" v="1890" actId="1035"/>
          <ac:spMkLst>
            <pc:docMk/>
            <pc:sldMk cId="4145400413" sldId="293"/>
            <ac:spMk id="17" creationId="{E878D211-5339-D510-114D-A032CFC6B6C1}"/>
          </ac:spMkLst>
        </pc:spChg>
        <pc:graphicFrameChg chg="add mod ord modGraphic">
          <ac:chgData name="Cesar Larios Jurado" userId="8f104481-d9ab-4cdc-ac3e-e12ab067789a" providerId="ADAL" clId="{FFC2E796-BF0A-4A02-9544-2D4D0A5B7518}" dt="2026-07-13T17:11:57.050" v="1802" actId="14100"/>
          <ac:graphicFrameMkLst>
            <pc:docMk/>
            <pc:sldMk cId="4145400413" sldId="293"/>
            <ac:graphicFrameMk id="3" creationId="{0C081742-7B1D-1449-5636-6CAA56D1FFD1}"/>
          </ac:graphicFrameMkLst>
        </pc:graphicFrameChg>
        <pc:graphicFrameChg chg="add mod modGraphic">
          <ac:chgData name="Cesar Larios Jurado" userId="8f104481-d9ab-4cdc-ac3e-e12ab067789a" providerId="ADAL" clId="{FFC2E796-BF0A-4A02-9544-2D4D0A5B7518}" dt="2026-07-13T17:15:53.280" v="1851" actId="20577"/>
          <ac:graphicFrameMkLst>
            <pc:docMk/>
            <pc:sldMk cId="4145400413" sldId="293"/>
            <ac:graphicFrameMk id="7" creationId="{53F05038-8703-0206-0BBD-375BF4BB9EFA}"/>
          </ac:graphicFrameMkLst>
        </pc:graphicFrameChg>
        <pc:graphicFrameChg chg="add mod modGraphic">
          <ac:chgData name="Cesar Larios Jurado" userId="8f104481-d9ab-4cdc-ac3e-e12ab067789a" providerId="ADAL" clId="{FFC2E796-BF0A-4A02-9544-2D4D0A5B7518}" dt="2026-07-13T17:14:52.788" v="1828" actId="1035"/>
          <ac:graphicFrameMkLst>
            <pc:docMk/>
            <pc:sldMk cId="4145400413" sldId="293"/>
            <ac:graphicFrameMk id="11" creationId="{C224024A-7AD6-FAD0-2817-D25B1B067C4C}"/>
          </ac:graphicFrameMkLst>
        </pc:graphicFrameChg>
        <pc:graphicFrameChg chg="add mod modGraphic">
          <ac:chgData name="Cesar Larios Jurado" userId="8f104481-d9ab-4cdc-ac3e-e12ab067789a" providerId="ADAL" clId="{FFC2E796-BF0A-4A02-9544-2D4D0A5B7518}" dt="2026-07-13T17:15:28.095" v="1842" actId="1035"/>
          <ac:graphicFrameMkLst>
            <pc:docMk/>
            <pc:sldMk cId="4145400413" sldId="293"/>
            <ac:graphicFrameMk id="15" creationId="{CB5CAB62-E592-2680-24B5-2563D5813C2C}"/>
          </ac:graphicFrameMkLst>
        </pc:graphicFrameChg>
        <pc:graphicFrameChg chg="add mod modGraphic">
          <ac:chgData name="Cesar Larios Jurado" userId="8f104481-d9ab-4cdc-ac3e-e12ab067789a" providerId="ADAL" clId="{FFC2E796-BF0A-4A02-9544-2D4D0A5B7518}" dt="2026-07-13T17:16:47.313" v="1891" actId="1076"/>
          <ac:graphicFrameMkLst>
            <pc:docMk/>
            <pc:sldMk cId="4145400413" sldId="293"/>
            <ac:graphicFrameMk id="19" creationId="{B7A44CD5-55F8-681A-DB9D-A74D71B282E8}"/>
          </ac:graphicFrameMkLst>
        </pc:graphicFrameChg>
      </pc:sldChg>
      <pc:sldChg chg="new del">
        <pc:chgData name="Cesar Larios Jurado" userId="8f104481-d9ab-4cdc-ac3e-e12ab067789a" providerId="ADAL" clId="{FFC2E796-BF0A-4A02-9544-2D4D0A5B7518}" dt="2026-07-13T17:02:27.045" v="1596" actId="47"/>
        <pc:sldMkLst>
          <pc:docMk/>
          <pc:sldMk cId="425065258" sldId="294"/>
        </pc:sldMkLst>
      </pc:sldChg>
      <pc:sldChg chg="new del">
        <pc:chgData name="Cesar Larios Jurado" userId="8f104481-d9ab-4cdc-ac3e-e12ab067789a" providerId="ADAL" clId="{FFC2E796-BF0A-4A02-9544-2D4D0A5B7518}" dt="2026-07-13T16:48:33.640" v="1508" actId="47"/>
        <pc:sldMkLst>
          <pc:docMk/>
          <pc:sldMk cId="2476197093" sldId="294"/>
        </pc:sldMkLst>
      </pc:sldChg>
      <pc:sldChg chg="addSp delSp modSp new del mod">
        <pc:chgData name="Cesar Larios Jurado" userId="8f104481-d9ab-4cdc-ac3e-e12ab067789a" providerId="ADAL" clId="{FFC2E796-BF0A-4A02-9544-2D4D0A5B7518}" dt="2026-07-13T17:13:08.183" v="1808" actId="47"/>
        <pc:sldMkLst>
          <pc:docMk/>
          <pc:sldMk cId="2577676303" sldId="294"/>
        </pc:sldMkLst>
        <pc:spChg chg="add del mod">
          <ac:chgData name="Cesar Larios Jurado" userId="8f104481-d9ab-4cdc-ac3e-e12ab067789a" providerId="ADAL" clId="{FFC2E796-BF0A-4A02-9544-2D4D0A5B7518}" dt="2026-07-13T17:03:47.069" v="1602" actId="22"/>
          <ac:spMkLst>
            <pc:docMk/>
            <pc:sldMk cId="2577676303" sldId="294"/>
            <ac:spMk id="5" creationId="{6C8EA4D9-F914-6111-69BF-3A602A36C315}"/>
          </ac:spMkLst>
        </pc:spChg>
        <pc:spChg chg="add del mod">
          <ac:chgData name="Cesar Larios Jurado" userId="8f104481-d9ab-4cdc-ac3e-e12ab067789a" providerId="ADAL" clId="{FFC2E796-BF0A-4A02-9544-2D4D0A5B7518}" dt="2026-07-13T17:03:47.069" v="1602" actId="22"/>
          <ac:spMkLst>
            <pc:docMk/>
            <pc:sldMk cId="2577676303" sldId="294"/>
            <ac:spMk id="9" creationId="{6840FB57-F663-D850-C566-BEE61562EA81}"/>
          </ac:spMkLst>
        </pc:spChg>
        <pc:spChg chg="add del mod">
          <ac:chgData name="Cesar Larios Jurado" userId="8f104481-d9ab-4cdc-ac3e-e12ab067789a" providerId="ADAL" clId="{FFC2E796-BF0A-4A02-9544-2D4D0A5B7518}" dt="2026-07-13T17:03:47.069" v="1602" actId="22"/>
          <ac:spMkLst>
            <pc:docMk/>
            <pc:sldMk cId="2577676303" sldId="294"/>
            <ac:spMk id="13" creationId="{D3C0B4FD-6A6B-D4E4-DAAB-94F626901897}"/>
          </ac:spMkLst>
        </pc:spChg>
        <pc:spChg chg="add del mod">
          <ac:chgData name="Cesar Larios Jurado" userId="8f104481-d9ab-4cdc-ac3e-e12ab067789a" providerId="ADAL" clId="{FFC2E796-BF0A-4A02-9544-2D4D0A5B7518}" dt="2026-07-13T17:03:47.069" v="1602" actId="22"/>
          <ac:spMkLst>
            <pc:docMk/>
            <pc:sldMk cId="2577676303" sldId="294"/>
            <ac:spMk id="17" creationId="{DFBA0FE9-45A4-EE5E-7BB0-559814C75472}"/>
          </ac:spMkLst>
        </pc:spChg>
        <pc:graphicFrameChg chg="add del mod modGraphic">
          <ac:chgData name="Cesar Larios Jurado" userId="8f104481-d9ab-4cdc-ac3e-e12ab067789a" providerId="ADAL" clId="{FFC2E796-BF0A-4A02-9544-2D4D0A5B7518}" dt="2026-07-13T17:03:47.069" v="1602" actId="22"/>
          <ac:graphicFrameMkLst>
            <pc:docMk/>
            <pc:sldMk cId="2577676303" sldId="294"/>
            <ac:graphicFrameMk id="3" creationId="{F48D8FD6-9ECF-9195-DFBC-4A88D376BE9F}"/>
          </ac:graphicFrameMkLst>
        </pc:graphicFrameChg>
        <pc:graphicFrameChg chg="add del mod modGraphic">
          <ac:chgData name="Cesar Larios Jurado" userId="8f104481-d9ab-4cdc-ac3e-e12ab067789a" providerId="ADAL" clId="{FFC2E796-BF0A-4A02-9544-2D4D0A5B7518}" dt="2026-07-13T17:03:47.069" v="1602" actId="22"/>
          <ac:graphicFrameMkLst>
            <pc:docMk/>
            <pc:sldMk cId="2577676303" sldId="294"/>
            <ac:graphicFrameMk id="7" creationId="{82F1254F-AED4-10B4-BDDC-9D77BBDEA1F1}"/>
          </ac:graphicFrameMkLst>
        </pc:graphicFrameChg>
        <pc:graphicFrameChg chg="add del mod modGraphic">
          <ac:chgData name="Cesar Larios Jurado" userId="8f104481-d9ab-4cdc-ac3e-e12ab067789a" providerId="ADAL" clId="{FFC2E796-BF0A-4A02-9544-2D4D0A5B7518}" dt="2026-07-13T17:03:47.069" v="1602" actId="22"/>
          <ac:graphicFrameMkLst>
            <pc:docMk/>
            <pc:sldMk cId="2577676303" sldId="294"/>
            <ac:graphicFrameMk id="11" creationId="{FC799849-4101-625B-F7C5-F0FF2E1EB02D}"/>
          </ac:graphicFrameMkLst>
        </pc:graphicFrameChg>
        <pc:graphicFrameChg chg="add del mod modGraphic">
          <ac:chgData name="Cesar Larios Jurado" userId="8f104481-d9ab-4cdc-ac3e-e12ab067789a" providerId="ADAL" clId="{FFC2E796-BF0A-4A02-9544-2D4D0A5B7518}" dt="2026-07-13T17:03:47.069" v="1602" actId="22"/>
          <ac:graphicFrameMkLst>
            <pc:docMk/>
            <pc:sldMk cId="2577676303" sldId="294"/>
            <ac:graphicFrameMk id="15" creationId="{42E29608-BD4A-071F-5B87-76E9D9D61D6E}"/>
          </ac:graphicFrameMkLst>
        </pc:graphicFrameChg>
        <pc:graphicFrameChg chg="add del mod modGraphic">
          <ac:chgData name="Cesar Larios Jurado" userId="8f104481-d9ab-4cdc-ac3e-e12ab067789a" providerId="ADAL" clId="{FFC2E796-BF0A-4A02-9544-2D4D0A5B7518}" dt="2026-07-13T17:03:47.069" v="1602" actId="22"/>
          <ac:graphicFrameMkLst>
            <pc:docMk/>
            <pc:sldMk cId="2577676303" sldId="294"/>
            <ac:graphicFrameMk id="19" creationId="{F15ABEBB-CB1F-EFF9-9C59-047228D37B29}"/>
          </ac:graphicFrameMkLst>
        </pc:graphicFrameChg>
      </pc:sldChg>
      <pc:sldChg chg="modSp add mod">
        <pc:chgData name="Cesar Larios Jurado" userId="8f104481-d9ab-4cdc-ac3e-e12ab067789a" providerId="ADAL" clId="{FFC2E796-BF0A-4A02-9544-2D4D0A5B7518}" dt="2026-07-13T22:39:35.745" v="4178" actId="113"/>
        <pc:sldMkLst>
          <pc:docMk/>
          <pc:sldMk cId="4011484309" sldId="294"/>
        </pc:sldMkLst>
        <pc:spChg chg="mod">
          <ac:chgData name="Cesar Larios Jurado" userId="8f104481-d9ab-4cdc-ac3e-e12ab067789a" providerId="ADAL" clId="{FFC2E796-BF0A-4A02-9544-2D4D0A5B7518}" dt="2026-07-13T22:34:27.628" v="4157" actId="113"/>
          <ac:spMkLst>
            <pc:docMk/>
            <pc:sldMk cId="4011484309" sldId="294"/>
            <ac:spMk id="5" creationId="{ED74A20D-3755-7053-A0FC-74636FE7B345}"/>
          </ac:spMkLst>
        </pc:spChg>
        <pc:spChg chg="mod">
          <ac:chgData name="Cesar Larios Jurado" userId="8f104481-d9ab-4cdc-ac3e-e12ab067789a" providerId="ADAL" clId="{FFC2E796-BF0A-4A02-9544-2D4D0A5B7518}" dt="2026-07-13T22:34:34.588" v="4158" actId="113"/>
          <ac:spMkLst>
            <pc:docMk/>
            <pc:sldMk cId="4011484309" sldId="294"/>
            <ac:spMk id="9" creationId="{8AEA6443-6D89-4D97-75F1-89D10328FCC5}"/>
          </ac:spMkLst>
        </pc:spChg>
        <pc:spChg chg="mod">
          <ac:chgData name="Cesar Larios Jurado" userId="8f104481-d9ab-4cdc-ac3e-e12ab067789a" providerId="ADAL" clId="{FFC2E796-BF0A-4A02-9544-2D4D0A5B7518}" dt="2026-07-13T22:34:42.329" v="4161" actId="1035"/>
          <ac:spMkLst>
            <pc:docMk/>
            <pc:sldMk cId="4011484309" sldId="294"/>
            <ac:spMk id="13" creationId="{93CDE8F6-2115-9E2C-BFE4-B19CB244D92B}"/>
          </ac:spMkLst>
        </pc:spChg>
        <pc:spChg chg="mod">
          <ac:chgData name="Cesar Larios Jurado" userId="8f104481-d9ab-4cdc-ac3e-e12ab067789a" providerId="ADAL" clId="{FFC2E796-BF0A-4A02-9544-2D4D0A5B7518}" dt="2026-07-13T22:35:29.712" v="4168" actId="113"/>
          <ac:spMkLst>
            <pc:docMk/>
            <pc:sldMk cId="4011484309" sldId="294"/>
            <ac:spMk id="17" creationId="{331DBF6C-4CEB-DAA8-F6DC-7FAB5281B649}"/>
          </ac:spMkLst>
        </pc:spChg>
        <pc:graphicFrameChg chg="mod modGraphic">
          <ac:chgData name="Cesar Larios Jurado" userId="8f104481-d9ab-4cdc-ac3e-e12ab067789a" providerId="ADAL" clId="{FFC2E796-BF0A-4A02-9544-2D4D0A5B7518}" dt="2026-07-13T22:39:06.562" v="4169" actId="113"/>
          <ac:graphicFrameMkLst>
            <pc:docMk/>
            <pc:sldMk cId="4011484309" sldId="294"/>
            <ac:graphicFrameMk id="3" creationId="{7C1D38A4-C5BE-AD5B-A27F-3AD6B5455A00}"/>
          </ac:graphicFrameMkLst>
        </pc:graphicFrameChg>
        <pc:graphicFrameChg chg="mod modGraphic">
          <ac:chgData name="Cesar Larios Jurado" userId="8f104481-d9ab-4cdc-ac3e-e12ab067789a" providerId="ADAL" clId="{FFC2E796-BF0A-4A02-9544-2D4D0A5B7518}" dt="2026-07-13T22:39:17.797" v="4172" actId="113"/>
          <ac:graphicFrameMkLst>
            <pc:docMk/>
            <pc:sldMk cId="4011484309" sldId="294"/>
            <ac:graphicFrameMk id="7" creationId="{A29AD682-970F-8C39-7CD0-84932514DE1B}"/>
          </ac:graphicFrameMkLst>
        </pc:graphicFrameChg>
        <pc:graphicFrameChg chg="mod modGraphic">
          <ac:chgData name="Cesar Larios Jurado" userId="8f104481-d9ab-4cdc-ac3e-e12ab067789a" providerId="ADAL" clId="{FFC2E796-BF0A-4A02-9544-2D4D0A5B7518}" dt="2026-07-13T22:39:35.745" v="4178" actId="113"/>
          <ac:graphicFrameMkLst>
            <pc:docMk/>
            <pc:sldMk cId="4011484309" sldId="294"/>
            <ac:graphicFrameMk id="11" creationId="{F5FE2E0E-6895-1241-CE2B-712D588A5B70}"/>
          </ac:graphicFrameMkLst>
        </pc:graphicFrameChg>
        <pc:graphicFrameChg chg="mod modGraphic">
          <ac:chgData name="Cesar Larios Jurado" userId="8f104481-d9ab-4cdc-ac3e-e12ab067789a" providerId="ADAL" clId="{FFC2E796-BF0A-4A02-9544-2D4D0A5B7518}" dt="2026-07-13T18:34:07.978" v="3311" actId="1035"/>
          <ac:graphicFrameMkLst>
            <pc:docMk/>
            <pc:sldMk cId="4011484309" sldId="294"/>
            <ac:graphicFrameMk id="15" creationId="{D22975B4-3E7A-3F3B-658A-EA8BA35A6D98}"/>
          </ac:graphicFrameMkLst>
        </pc:graphicFrameChg>
        <pc:graphicFrameChg chg="mod modGraphic">
          <ac:chgData name="Cesar Larios Jurado" userId="8f104481-d9ab-4cdc-ac3e-e12ab067789a" providerId="ADAL" clId="{FFC2E796-BF0A-4A02-9544-2D4D0A5B7518}" dt="2026-07-13T22:34:51.891" v="4167" actId="1035"/>
          <ac:graphicFrameMkLst>
            <pc:docMk/>
            <pc:sldMk cId="4011484309" sldId="294"/>
            <ac:graphicFrameMk id="19" creationId="{1837EAA0-BF72-681B-C42B-C7E73648A710}"/>
          </ac:graphicFrameMkLst>
        </pc:graphicFrameChg>
      </pc:sldChg>
      <pc:sldChg chg="addSp modSp new del mod">
        <pc:chgData name="Cesar Larios Jurado" userId="8f104481-d9ab-4cdc-ac3e-e12ab067789a" providerId="ADAL" clId="{FFC2E796-BF0A-4A02-9544-2D4D0A5B7518}" dt="2026-07-13T17:13:06.668" v="1807" actId="47"/>
        <pc:sldMkLst>
          <pc:docMk/>
          <pc:sldMk cId="1218526846" sldId="295"/>
        </pc:sldMkLst>
        <pc:spChg chg="add mod">
          <ac:chgData name="Cesar Larios Jurado" userId="8f104481-d9ab-4cdc-ac3e-e12ab067789a" providerId="ADAL" clId="{FFC2E796-BF0A-4A02-9544-2D4D0A5B7518}" dt="2026-07-13T17:11:37.205" v="1801" actId="14100"/>
          <ac:spMkLst>
            <pc:docMk/>
            <pc:sldMk cId="1218526846" sldId="295"/>
            <ac:spMk id="5" creationId="{822F376E-BD8F-E0CB-EF52-0BD9E57137F4}"/>
          </ac:spMkLst>
        </pc:spChg>
        <pc:spChg chg="add mod">
          <ac:chgData name="Cesar Larios Jurado" userId="8f104481-d9ab-4cdc-ac3e-e12ab067789a" providerId="ADAL" clId="{FFC2E796-BF0A-4A02-9544-2D4D0A5B7518}" dt="2026-07-13T17:11:37.205" v="1801" actId="14100"/>
          <ac:spMkLst>
            <pc:docMk/>
            <pc:sldMk cId="1218526846" sldId="295"/>
            <ac:spMk id="9" creationId="{99E98F76-0F61-20DF-7F07-A7DDB665D0B3}"/>
          </ac:spMkLst>
        </pc:spChg>
        <pc:spChg chg="add mod">
          <ac:chgData name="Cesar Larios Jurado" userId="8f104481-d9ab-4cdc-ac3e-e12ab067789a" providerId="ADAL" clId="{FFC2E796-BF0A-4A02-9544-2D4D0A5B7518}" dt="2026-07-13T17:11:37.205" v="1801" actId="14100"/>
          <ac:spMkLst>
            <pc:docMk/>
            <pc:sldMk cId="1218526846" sldId="295"/>
            <ac:spMk id="13" creationId="{7B30F67E-331A-139F-42AE-BA8B8C8EE083}"/>
          </ac:spMkLst>
        </pc:spChg>
        <pc:spChg chg="add mod">
          <ac:chgData name="Cesar Larios Jurado" userId="8f104481-d9ab-4cdc-ac3e-e12ab067789a" providerId="ADAL" clId="{FFC2E796-BF0A-4A02-9544-2D4D0A5B7518}" dt="2026-07-13T17:11:37.205" v="1801" actId="14100"/>
          <ac:spMkLst>
            <pc:docMk/>
            <pc:sldMk cId="1218526846" sldId="295"/>
            <ac:spMk id="17" creationId="{F2D4C86E-3363-289C-121E-1F52FCE0710D}"/>
          </ac:spMkLst>
        </pc:spChg>
        <pc:graphicFrameChg chg="add mod modGraphic">
          <ac:chgData name="Cesar Larios Jurado" userId="8f104481-d9ab-4cdc-ac3e-e12ab067789a" providerId="ADAL" clId="{FFC2E796-BF0A-4A02-9544-2D4D0A5B7518}" dt="2026-07-13T17:11:37.205" v="1801" actId="14100"/>
          <ac:graphicFrameMkLst>
            <pc:docMk/>
            <pc:sldMk cId="1218526846" sldId="295"/>
            <ac:graphicFrameMk id="3" creationId="{4C75A9BC-BB75-5A24-E5B9-9F3DFF383E7B}"/>
          </ac:graphicFrameMkLst>
        </pc:graphicFrameChg>
        <pc:graphicFrameChg chg="add mod modGraphic">
          <ac:chgData name="Cesar Larios Jurado" userId="8f104481-d9ab-4cdc-ac3e-e12ab067789a" providerId="ADAL" clId="{FFC2E796-BF0A-4A02-9544-2D4D0A5B7518}" dt="2026-07-13T17:11:37.205" v="1801" actId="14100"/>
          <ac:graphicFrameMkLst>
            <pc:docMk/>
            <pc:sldMk cId="1218526846" sldId="295"/>
            <ac:graphicFrameMk id="7" creationId="{59CCF6C5-3493-4459-9BFC-DCE8C66529C7}"/>
          </ac:graphicFrameMkLst>
        </pc:graphicFrameChg>
        <pc:graphicFrameChg chg="add mod modGraphic">
          <ac:chgData name="Cesar Larios Jurado" userId="8f104481-d9ab-4cdc-ac3e-e12ab067789a" providerId="ADAL" clId="{FFC2E796-BF0A-4A02-9544-2D4D0A5B7518}" dt="2026-07-13T17:11:37.205" v="1801" actId="14100"/>
          <ac:graphicFrameMkLst>
            <pc:docMk/>
            <pc:sldMk cId="1218526846" sldId="295"/>
            <ac:graphicFrameMk id="11" creationId="{373C1E1C-8FCE-1007-1155-F25BC9F606CF}"/>
          </ac:graphicFrameMkLst>
        </pc:graphicFrameChg>
        <pc:graphicFrameChg chg="add mod modGraphic">
          <ac:chgData name="Cesar Larios Jurado" userId="8f104481-d9ab-4cdc-ac3e-e12ab067789a" providerId="ADAL" clId="{FFC2E796-BF0A-4A02-9544-2D4D0A5B7518}" dt="2026-07-13T17:11:37.205" v="1801" actId="14100"/>
          <ac:graphicFrameMkLst>
            <pc:docMk/>
            <pc:sldMk cId="1218526846" sldId="295"/>
            <ac:graphicFrameMk id="15" creationId="{74FCFFD7-3853-DE91-5DA5-0680FD89EE05}"/>
          </ac:graphicFrameMkLst>
        </pc:graphicFrameChg>
        <pc:graphicFrameChg chg="add mod modGraphic">
          <ac:chgData name="Cesar Larios Jurado" userId="8f104481-d9ab-4cdc-ac3e-e12ab067789a" providerId="ADAL" clId="{FFC2E796-BF0A-4A02-9544-2D4D0A5B7518}" dt="2026-07-13T17:11:37.205" v="1801" actId="14100"/>
          <ac:graphicFrameMkLst>
            <pc:docMk/>
            <pc:sldMk cId="1218526846" sldId="295"/>
            <ac:graphicFrameMk id="19" creationId="{B294573D-1951-9E8F-3484-D88D5778AC1A}"/>
          </ac:graphicFrameMkLst>
        </pc:graphicFrameChg>
      </pc:sldChg>
      <pc:sldChg chg="add del">
        <pc:chgData name="Cesar Larios Jurado" userId="8f104481-d9ab-4cdc-ac3e-e12ab067789a" providerId="ADAL" clId="{FFC2E796-BF0A-4A02-9544-2D4D0A5B7518}" dt="2026-07-13T17:02:56.166" v="1597" actId="47"/>
        <pc:sldMkLst>
          <pc:docMk/>
          <pc:sldMk cId="1375094674" sldId="295"/>
        </pc:sldMkLst>
      </pc:sldChg>
      <pc:sldChg chg="modSp add del">
        <pc:chgData name="Cesar Larios Jurado" userId="8f104481-d9ab-4cdc-ac3e-e12ab067789a" providerId="ADAL" clId="{FFC2E796-BF0A-4A02-9544-2D4D0A5B7518}" dt="2026-07-13T16:47:59.415" v="1504" actId="47"/>
        <pc:sldMkLst>
          <pc:docMk/>
          <pc:sldMk cId="514325084" sldId="296"/>
        </pc:sldMkLst>
        <pc:graphicFrameChg chg="mod">
          <ac:chgData name="Cesar Larios Jurado" userId="8f104481-d9ab-4cdc-ac3e-e12ab067789a" providerId="ADAL" clId="{FFC2E796-BF0A-4A02-9544-2D4D0A5B7518}" dt="2026-07-13T16:47:15.345" v="1499"/>
          <ac:graphicFrameMkLst>
            <pc:docMk/>
            <pc:sldMk cId="514325084" sldId="296"/>
            <ac:graphicFrameMk id="5" creationId="{3B635575-F513-04D8-6F0E-1F223838C4B5}"/>
          </ac:graphicFrameMkLst>
        </pc:graphicFrameChg>
        <pc:graphicFrameChg chg="mod">
          <ac:chgData name="Cesar Larios Jurado" userId="8f104481-d9ab-4cdc-ac3e-e12ab067789a" providerId="ADAL" clId="{FFC2E796-BF0A-4A02-9544-2D4D0A5B7518}" dt="2026-07-13T16:47:15.345" v="1499"/>
          <ac:graphicFrameMkLst>
            <pc:docMk/>
            <pc:sldMk cId="514325084" sldId="296"/>
            <ac:graphicFrameMk id="9" creationId="{35C88074-7700-A15E-F733-4C500D61330C}"/>
          </ac:graphicFrameMkLst>
        </pc:graphicFrameChg>
        <pc:graphicFrameChg chg="mod">
          <ac:chgData name="Cesar Larios Jurado" userId="8f104481-d9ab-4cdc-ac3e-e12ab067789a" providerId="ADAL" clId="{FFC2E796-BF0A-4A02-9544-2D4D0A5B7518}" dt="2026-07-13T16:47:15.345" v="1499"/>
          <ac:graphicFrameMkLst>
            <pc:docMk/>
            <pc:sldMk cId="514325084" sldId="296"/>
            <ac:graphicFrameMk id="13" creationId="{B683AE0A-AA75-8C59-314C-CDC38C7719C4}"/>
          </ac:graphicFrameMkLst>
        </pc:graphicFrameChg>
        <pc:graphicFrameChg chg="mod">
          <ac:chgData name="Cesar Larios Jurado" userId="8f104481-d9ab-4cdc-ac3e-e12ab067789a" providerId="ADAL" clId="{FFC2E796-BF0A-4A02-9544-2D4D0A5B7518}" dt="2026-07-13T16:47:15.345" v="1499"/>
          <ac:graphicFrameMkLst>
            <pc:docMk/>
            <pc:sldMk cId="514325084" sldId="296"/>
            <ac:graphicFrameMk id="16" creationId="{1C5DDF10-59B5-C820-5FE7-52E3016A1437}"/>
          </ac:graphicFrameMkLst>
        </pc:graphicFrameChg>
        <pc:graphicFrameChg chg="mod">
          <ac:chgData name="Cesar Larios Jurado" userId="8f104481-d9ab-4cdc-ac3e-e12ab067789a" providerId="ADAL" clId="{FFC2E796-BF0A-4A02-9544-2D4D0A5B7518}" dt="2026-07-13T16:47:15.345" v="1499"/>
          <ac:graphicFrameMkLst>
            <pc:docMk/>
            <pc:sldMk cId="514325084" sldId="296"/>
            <ac:graphicFrameMk id="21" creationId="{FF9CE45F-36A5-1801-A6F2-6BDAD39BAC4B}"/>
          </ac:graphicFrameMkLst>
        </pc:graphicFrameChg>
      </pc:sldChg>
      <pc:sldChg chg="modSp add del">
        <pc:chgData name="Cesar Larios Jurado" userId="8f104481-d9ab-4cdc-ac3e-e12ab067789a" providerId="ADAL" clId="{FFC2E796-BF0A-4A02-9544-2D4D0A5B7518}" dt="2026-07-13T16:47:58.785" v="1503" actId="47"/>
        <pc:sldMkLst>
          <pc:docMk/>
          <pc:sldMk cId="4222176580" sldId="297"/>
        </pc:sldMkLst>
        <pc:graphicFrameChg chg="mod">
          <ac:chgData name="Cesar Larios Jurado" userId="8f104481-d9ab-4cdc-ac3e-e12ab067789a" providerId="ADAL" clId="{FFC2E796-BF0A-4A02-9544-2D4D0A5B7518}" dt="2026-07-13T16:47:22.395" v="1500"/>
          <ac:graphicFrameMkLst>
            <pc:docMk/>
            <pc:sldMk cId="4222176580" sldId="297"/>
            <ac:graphicFrameMk id="5" creationId="{3B635575-F513-04D8-6F0E-1F223838C4B5}"/>
          </ac:graphicFrameMkLst>
        </pc:graphicFrameChg>
        <pc:graphicFrameChg chg="mod">
          <ac:chgData name="Cesar Larios Jurado" userId="8f104481-d9ab-4cdc-ac3e-e12ab067789a" providerId="ADAL" clId="{FFC2E796-BF0A-4A02-9544-2D4D0A5B7518}" dt="2026-07-13T16:47:22.395" v="1500"/>
          <ac:graphicFrameMkLst>
            <pc:docMk/>
            <pc:sldMk cId="4222176580" sldId="297"/>
            <ac:graphicFrameMk id="9" creationId="{35C88074-7700-A15E-F733-4C500D61330C}"/>
          </ac:graphicFrameMkLst>
        </pc:graphicFrameChg>
        <pc:graphicFrameChg chg="mod">
          <ac:chgData name="Cesar Larios Jurado" userId="8f104481-d9ab-4cdc-ac3e-e12ab067789a" providerId="ADAL" clId="{FFC2E796-BF0A-4A02-9544-2D4D0A5B7518}" dt="2026-07-13T16:47:22.395" v="1500"/>
          <ac:graphicFrameMkLst>
            <pc:docMk/>
            <pc:sldMk cId="4222176580" sldId="297"/>
            <ac:graphicFrameMk id="13" creationId="{B683AE0A-AA75-8C59-314C-CDC38C7719C4}"/>
          </ac:graphicFrameMkLst>
        </pc:graphicFrameChg>
        <pc:graphicFrameChg chg="mod">
          <ac:chgData name="Cesar Larios Jurado" userId="8f104481-d9ab-4cdc-ac3e-e12ab067789a" providerId="ADAL" clId="{FFC2E796-BF0A-4A02-9544-2D4D0A5B7518}" dt="2026-07-13T16:47:22.395" v="1500"/>
          <ac:graphicFrameMkLst>
            <pc:docMk/>
            <pc:sldMk cId="4222176580" sldId="297"/>
            <ac:graphicFrameMk id="16" creationId="{1C5DDF10-59B5-C820-5FE7-52E3016A1437}"/>
          </ac:graphicFrameMkLst>
        </pc:graphicFrameChg>
        <pc:graphicFrameChg chg="mod">
          <ac:chgData name="Cesar Larios Jurado" userId="8f104481-d9ab-4cdc-ac3e-e12ab067789a" providerId="ADAL" clId="{FFC2E796-BF0A-4A02-9544-2D4D0A5B7518}" dt="2026-07-13T16:47:22.395" v="1500"/>
          <ac:graphicFrameMkLst>
            <pc:docMk/>
            <pc:sldMk cId="4222176580" sldId="297"/>
            <ac:graphicFrameMk id="21" creationId="{FF9CE45F-36A5-1801-A6F2-6BDAD39BAC4B}"/>
          </ac:graphicFrameMkLst>
        </pc:graphicFrameChg>
      </pc:sldChg>
      <pc:sldMasterChg chg="setBg delSldLayout modSldLayout">
        <pc:chgData name="Cesar Larios Jurado" userId="8f104481-d9ab-4cdc-ac3e-e12ab067789a" providerId="ADAL" clId="{FFC2E796-BF0A-4A02-9544-2D4D0A5B7518}" dt="2026-07-13T17:02:56.166" v="1597" actId="47"/>
        <pc:sldMasterMkLst>
          <pc:docMk/>
          <pc:sldMasterMk cId="191394448" sldId="2147483648"/>
        </pc:sldMasterMkLst>
        <pc:sldLayoutChg chg="setBg">
          <pc:chgData name="Cesar Larios Jurado" userId="8f104481-d9ab-4cdc-ac3e-e12ab067789a" providerId="ADAL" clId="{FFC2E796-BF0A-4A02-9544-2D4D0A5B7518}" dt="2026-07-07T16:17:48.574" v="899"/>
          <pc:sldLayoutMkLst>
            <pc:docMk/>
            <pc:sldMasterMk cId="191394448" sldId="2147483648"/>
            <pc:sldLayoutMk cId="0" sldId="2147483649"/>
          </pc:sldLayoutMkLst>
        </pc:sldLayoutChg>
        <pc:sldLayoutChg chg="del">
          <pc:chgData name="Cesar Larios Jurado" userId="8f104481-d9ab-4cdc-ac3e-e12ab067789a" providerId="ADAL" clId="{FFC2E796-BF0A-4A02-9544-2D4D0A5B7518}" dt="2026-07-13T16:47:59.415" v="1504" actId="47"/>
          <pc:sldLayoutMkLst>
            <pc:docMk/>
            <pc:sldMasterMk cId="191394448" sldId="2147483648"/>
            <pc:sldLayoutMk cId="478604084" sldId="2147483650"/>
          </pc:sldLayoutMkLst>
        </pc:sldLayoutChg>
        <pc:sldLayoutChg chg="del">
          <pc:chgData name="Cesar Larios Jurado" userId="8f104481-d9ab-4cdc-ac3e-e12ab067789a" providerId="ADAL" clId="{FFC2E796-BF0A-4A02-9544-2D4D0A5B7518}" dt="2026-07-13T17:02:56.166" v="1597" actId="47"/>
          <pc:sldLayoutMkLst>
            <pc:docMk/>
            <pc:sldMasterMk cId="191394448" sldId="2147483648"/>
            <pc:sldLayoutMk cId="3838517333" sldId="214748365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SIEM y SOAR</a:t>
            </a:r>
            <a:r>
              <a:rPr lang="es-MX" dirty="0"/>
              <a:t> son dos sistemas de ciberseguridad complementarios: </a:t>
            </a:r>
          </a:p>
          <a:p>
            <a:endParaRPr lang="es-MX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dirty="0"/>
              <a:t>El 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SIEM</a:t>
            </a:r>
            <a:r>
              <a:rPr lang="es-MX" dirty="0"/>
              <a:t> recopila y analiza datos para detectar amenazas,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dirty="0"/>
              <a:t>El 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SOAR</a:t>
            </a:r>
            <a:r>
              <a:rPr lang="es-MX" dirty="0"/>
              <a:t> automatiza la respuesta a incidentes y ambos trabajan juntos para optimizar el trabajo del equipo de seguridad.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Capex</a:t>
            </a:r>
            <a:r>
              <a:rPr lang="es-MX" dirty="0"/>
              <a:t> (Capital </a:t>
            </a:r>
            <a:r>
              <a:rPr lang="es-MX" dirty="0" err="1"/>
              <a:t>Expenditure</a:t>
            </a:r>
            <a:r>
              <a:rPr lang="es-MX" dirty="0"/>
              <a:t>) es el gasto de capital que realiza una empresa para adquirir, mejorar o mantener activos físicos a largo plazo, </a:t>
            </a:r>
          </a:p>
          <a:p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OPEX</a:t>
            </a:r>
            <a:r>
              <a:rPr lang="es-MX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(Gastos Operativos o de Operación) son los </a:t>
            </a:r>
            <a:r>
              <a:rPr lang="es-MX" dirty="0"/>
              <a:t>costos recurrentes que una empresa asume para mantener sus operaciones diarias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E9CC1-C706-0F49-92D6-E571CC5EEA8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3705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394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image-d163c78ac4ea79669d1e45591d23c5a0.jpg"/>
          <p:cNvPicPr>
            <a:picLocks noChangeAspect="1"/>
          </p:cNvPicPr>
          <p:nvPr/>
        </p:nvPicPr>
        <p:blipFill>
          <a:blip r:embed="rId3"/>
          <a:srcRect t="7038" b="7038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852160" cy="5143500"/>
          </a:xfrm>
          <a:prstGeom prst="rect">
            <a:avLst/>
          </a:prstGeom>
          <a:solidFill>
            <a:srgbClr val="081C36">
              <a:alpha val="82000"/>
            </a:srgbClr>
          </a:solidFill>
          <a:ln/>
        </p:spPr>
        <p:txBody>
          <a:bodyPr/>
          <a:lstStyle/>
          <a:p>
            <a:r>
              <a:rPr lang="es-MX" dirty="0"/>
              <a:t> </a:t>
            </a:r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81C36">
              <a:alpha val="62000"/>
            </a:srgbClr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5" name="Shape 2"/>
          <p:cNvSpPr/>
          <p:nvPr/>
        </p:nvSpPr>
        <p:spPr>
          <a:xfrm>
            <a:off x="548640" y="1481328"/>
            <a:ext cx="502920" cy="64008"/>
          </a:xfrm>
          <a:prstGeom prst="rect">
            <a:avLst/>
          </a:prstGeom>
          <a:solidFill>
            <a:srgbClr val="27C5E6"/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6" name="Text 3"/>
          <p:cNvSpPr/>
          <p:nvPr/>
        </p:nvSpPr>
        <p:spPr>
          <a:xfrm>
            <a:off x="548640" y="10241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7C5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PREVENTA TÉCNICA  ·  PROPUESTA DE VALOR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02919" y="1737360"/>
            <a:ext cx="790252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46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Microsoft Azure: Servicios de Cloud | Migración | DRP | VDI | Backup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3310128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 dirty="0">
                <a:solidFill>
                  <a:srgbClr val="CF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servicios se encuentran alineados al Cloud Adoption Framework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4297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7C5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Estrategia</a:t>
            </a:r>
            <a:r>
              <a:rPr lang="en-US" sz="1400" b="1" dirty="0">
                <a:solidFill>
                  <a:srgbClr val="6F94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| </a:t>
            </a:r>
            <a:r>
              <a:rPr lang="en-US" sz="1400" b="1" dirty="0">
                <a:solidFill>
                  <a:srgbClr val="27C5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</a:t>
            </a:r>
            <a:r>
              <a:rPr lang="en-US" sz="1400" b="1" dirty="0">
                <a:solidFill>
                  <a:srgbClr val="6F94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| </a:t>
            </a:r>
            <a:r>
              <a:rPr lang="en-US" sz="1400" b="1" dirty="0">
                <a:solidFill>
                  <a:srgbClr val="27C5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Preparar</a:t>
            </a:r>
            <a:r>
              <a:rPr lang="en-US" sz="1400" b="1" dirty="0">
                <a:solidFill>
                  <a:srgbClr val="6F94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| </a:t>
            </a:r>
            <a:r>
              <a:rPr lang="en-US" sz="1400" b="1" dirty="0" err="1">
                <a:solidFill>
                  <a:srgbClr val="27C5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Adopción</a:t>
            </a:r>
            <a:r>
              <a:rPr lang="en-US" sz="1400" b="1" dirty="0">
                <a:solidFill>
                  <a:srgbClr val="6F94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| </a:t>
            </a:r>
            <a:r>
              <a:rPr lang="en-US" sz="1400" b="1" dirty="0" err="1">
                <a:solidFill>
                  <a:srgbClr val="27C5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Gobierno</a:t>
            </a:r>
            <a:r>
              <a:rPr lang="en-US" sz="1400" b="1" dirty="0">
                <a:solidFill>
                  <a:srgbClr val="27C5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400" b="1" dirty="0">
                <a:solidFill>
                  <a:srgbClr val="6F94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| </a:t>
            </a:r>
            <a:r>
              <a:rPr lang="en-US" sz="1400" b="1" dirty="0">
                <a:solidFill>
                  <a:srgbClr val="27C5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Administración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image-6b36a59c4b2c67f23be3023b186b6909.jpg"/>
          <p:cNvPicPr>
            <a:picLocks noChangeAspect="1"/>
          </p:cNvPicPr>
          <p:nvPr/>
        </p:nvPicPr>
        <p:blipFill>
          <a:blip r:embed="rId3"/>
          <a:srcRect l="24222" r="24222"/>
          <a:stretch/>
        </p:blipFill>
        <p:spPr>
          <a:xfrm>
            <a:off x="5598232" y="0"/>
            <a:ext cx="3545768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98232" y="0"/>
            <a:ext cx="3545767" cy="5143500"/>
          </a:xfrm>
          <a:prstGeom prst="rect">
            <a:avLst/>
          </a:prstGeom>
          <a:solidFill>
            <a:srgbClr val="081C36">
              <a:alpha val="65000"/>
            </a:srgbClr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4" name="Shape 1"/>
          <p:cNvSpPr/>
          <p:nvPr/>
        </p:nvSpPr>
        <p:spPr>
          <a:xfrm>
            <a:off x="5502508" y="0"/>
            <a:ext cx="91440" cy="5143500"/>
          </a:xfrm>
          <a:prstGeom prst="rect">
            <a:avLst/>
          </a:prstGeom>
          <a:solidFill>
            <a:srgbClr val="27C5E6"/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5" name="Text 2"/>
          <p:cNvSpPr/>
          <p:nvPr/>
        </p:nvSpPr>
        <p:spPr>
          <a:xfrm>
            <a:off x="473278" y="246185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B0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CONTEXTO ACTUAL</a:t>
            </a:r>
            <a:endParaRPr lang="en-US" sz="900" dirty="0">
              <a:solidFill>
                <a:srgbClr val="00B0F0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473277" y="569399"/>
            <a:ext cx="497365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2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La nube dejó de ser una tendencia.  </a:t>
            </a:r>
          </a:p>
          <a:p>
            <a:pPr algn="just"/>
            <a:r>
              <a:rPr lang="en-US" sz="2200" dirty="0">
                <a:solidFill>
                  <a:schemeClr val="bg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200" i="1" u="sng" dirty="0">
                <a:solidFill>
                  <a:schemeClr val="bg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la nueva base del negocio</a:t>
            </a:r>
            <a:r>
              <a:rPr lang="en-US" sz="2200" i="1" dirty="0">
                <a:solidFill>
                  <a:schemeClr val="bg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2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" y="1645520"/>
            <a:ext cx="4843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300" i="1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general las organizaciones que ya operan en la nube toman decisiones más rápido, protegen mejor su información y liberan a sus equipos de la carga administrativa para crear valor. Las que no, cada mes pierden terreno frente a las que sí</a:t>
            </a:r>
            <a:r>
              <a:rPr lang="en-US" sz="1200" i="1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i="1" dirty="0">
              <a:solidFill>
                <a:srgbClr val="5C748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48640" y="2532888"/>
            <a:ext cx="54864" cy="566928"/>
          </a:xfrm>
          <a:prstGeom prst="rect">
            <a:avLst/>
          </a:prstGeom>
          <a:solidFill>
            <a:srgbClr val="27C5E6"/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9" name="Text 6"/>
          <p:cNvSpPr/>
          <p:nvPr/>
        </p:nvSpPr>
        <p:spPr>
          <a:xfrm>
            <a:off x="713232" y="2570599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7C5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Velocidad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286000" y="2441448"/>
            <a:ext cx="3160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250" b="1" i="1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minutos</a:t>
            </a: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Aprovisionar ambientes, escalar y lanzar nuevos servicios. Antes: Se tardaban semanas o meses.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3282696"/>
            <a:ext cx="54864" cy="566928"/>
          </a:xfrm>
          <a:prstGeom prst="rect">
            <a:avLst/>
          </a:prstGeom>
          <a:solidFill>
            <a:srgbClr val="27C5E6"/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12" name="Text 9"/>
          <p:cNvSpPr/>
          <p:nvPr/>
        </p:nvSpPr>
        <p:spPr>
          <a:xfrm>
            <a:off x="713232" y="33006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7C5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Seguridad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2286000" y="3191256"/>
            <a:ext cx="3160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250" b="1" i="1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de 100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Certificaciones de cumplimiento internacional y una inversión de Microsoft superior a mil millones de dólares al año en ciberseguridad.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48640" y="4032504"/>
            <a:ext cx="54864" cy="566928"/>
          </a:xfrm>
          <a:prstGeom prst="rect">
            <a:avLst/>
          </a:prstGeom>
          <a:solidFill>
            <a:srgbClr val="27C5E6"/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15" name="Text 12"/>
          <p:cNvSpPr/>
          <p:nvPr/>
        </p:nvSpPr>
        <p:spPr>
          <a:xfrm>
            <a:off x="713232" y="40490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7C5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Inovación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2286000" y="4025748"/>
            <a:ext cx="3160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250" b="1" i="1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Nativa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OpenAI, Copilot, análisis de datos y automatización listos para incorporarse al negocio.</a:t>
            </a:r>
            <a:endParaRPr lang="en-US" sz="1000" dirty="0"/>
          </a:p>
          <a:p>
            <a:pPr marL="0" indent="0" algn="l"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0030"/>
            <a:ext cx="82296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13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2296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tres modelos de servicio de la nube.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097700"/>
            <a:ext cx="82981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i="1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ofrece los tres modelos de Servicio. Que se combinan según la necesidad: ¿Qué controlar?, ¿Qué evitar administrar? y ¿Cuánto valor extra recibiras? Combinado con los tres modelos de despliegue de computación: Nube privada, nube pública y nube híbrida.</a:t>
            </a:r>
            <a:endParaRPr lang="en-US" sz="1125" dirty="0"/>
          </a:p>
        </p:txBody>
      </p:sp>
      <p:sp>
        <p:nvSpPr>
          <p:cNvPr id="5" name="Shape 3"/>
          <p:cNvSpPr/>
          <p:nvPr/>
        </p:nvSpPr>
        <p:spPr>
          <a:xfrm>
            <a:off x="411480" y="1638362"/>
            <a:ext cx="26289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6" name="Shape 4"/>
          <p:cNvSpPr/>
          <p:nvPr/>
        </p:nvSpPr>
        <p:spPr>
          <a:xfrm>
            <a:off x="411480" y="1638362"/>
            <a:ext cx="2628900" cy="617220"/>
          </a:xfrm>
          <a:prstGeom prst="rect">
            <a:avLst/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7" name="Text 5"/>
          <p:cNvSpPr/>
          <p:nvPr/>
        </p:nvSpPr>
        <p:spPr>
          <a:xfrm>
            <a:off x="582930" y="170694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IaaS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82930" y="1981262"/>
            <a:ext cx="22860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 dirty="0">
                <a:solidFill>
                  <a:srgbClr val="CF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como Servicio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82930" y="2358452"/>
            <a:ext cx="2286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Servidores, redes y almacenamiento bajo demanda. Tú controlas S.O. y aplicaciones.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82930" y="2907092"/>
            <a:ext cx="2286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13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82930" y="311283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rápida (lift &amp; shift)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control técnico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cambio de operación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582930" y="3798632"/>
            <a:ext cx="2286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 err="1">
                <a:solidFill>
                  <a:srgbClr val="0F4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Consideraciones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582930" y="4004372"/>
            <a:ext cx="228600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administrar S.O. y parches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optimización de costo si no se ajusta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82930" y="4415852"/>
            <a:ext cx="2286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i="1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 </a:t>
            </a:r>
            <a:r>
              <a:rPr lang="en-US" sz="750" i="1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VMs, Virtual Network, Storage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246120" y="1638362"/>
            <a:ext cx="26289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16" name="Shape 14"/>
          <p:cNvSpPr/>
          <p:nvPr/>
        </p:nvSpPr>
        <p:spPr>
          <a:xfrm>
            <a:off x="3246120" y="1638362"/>
            <a:ext cx="2628900" cy="617220"/>
          </a:xfrm>
          <a:prstGeom prst="rect">
            <a:avLst/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17" name="Text 15"/>
          <p:cNvSpPr/>
          <p:nvPr/>
        </p:nvSpPr>
        <p:spPr>
          <a:xfrm>
            <a:off x="3417570" y="170694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PaaS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3417570" y="1981262"/>
            <a:ext cx="22860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 dirty="0">
                <a:solidFill>
                  <a:srgbClr val="CF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como Servicio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17570" y="2358452"/>
            <a:ext cx="2286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Entornos </a:t>
            </a:r>
            <a:r>
              <a:rPr lang="es-MX" sz="900" noProof="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administrados</a:t>
            </a: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ejecutar aplicaciones sin </a:t>
            </a:r>
            <a:r>
              <a:rPr lang="en-US" sz="900" dirty="0" err="1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operar</a:t>
            </a: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MX" sz="900" noProof="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</a:t>
            </a: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17570" y="2907092"/>
            <a:ext cx="2286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13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3417570" y="311283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esfuerzo operativo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 automática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 innovación rápida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3417570" y="3798632"/>
            <a:ext cx="2286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F4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Consideraciones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3417570" y="4004372"/>
            <a:ext cx="228600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ajuste de aplicaciones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control sobre el runtime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3417570" y="4415852"/>
            <a:ext cx="2286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i="1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 </a:t>
            </a:r>
            <a:r>
              <a:rPr lang="en-US" sz="750" i="1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Services, Azure SQL, Functions, AKS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080760" y="1638362"/>
            <a:ext cx="26289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26" name="Shape 24"/>
          <p:cNvSpPr/>
          <p:nvPr/>
        </p:nvSpPr>
        <p:spPr>
          <a:xfrm>
            <a:off x="6080760" y="1638362"/>
            <a:ext cx="2628900" cy="617220"/>
          </a:xfrm>
          <a:prstGeom prst="rect">
            <a:avLst/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27" name="Text 25"/>
          <p:cNvSpPr/>
          <p:nvPr/>
        </p:nvSpPr>
        <p:spPr>
          <a:xfrm>
            <a:off x="6252210" y="170694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SaaS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6252210" y="1981262"/>
            <a:ext cx="22860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 dirty="0">
                <a:solidFill>
                  <a:srgbClr val="CF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como Servicio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52210" y="2358452"/>
            <a:ext cx="2286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listas para usar. Sin instalación, sin operación.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52210" y="2907092"/>
            <a:ext cx="2286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13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6252210" y="311283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inmediato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Actualizaciones automáticas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predecible por usuario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6252210" y="3798632"/>
            <a:ext cx="2286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F4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Consideraciones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6252210" y="4004372"/>
            <a:ext cx="228600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Personalización limitada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del proveedor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6252210" y="4415852"/>
            <a:ext cx="2286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i="1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 </a:t>
            </a:r>
            <a:r>
              <a:rPr lang="en-US" sz="750" i="1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365, Dynamics 365, Windows 365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8435340" y="4869180"/>
            <a:ext cx="4800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25</a:t>
            </a:r>
            <a:endParaRPr lang="en-US" sz="750" dirty="0"/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B934EB02-72F4-0391-E055-96F5B71363B5}"/>
              </a:ext>
            </a:extLst>
          </p:cNvPr>
          <p:cNvSpPr/>
          <p:nvPr/>
        </p:nvSpPr>
        <p:spPr>
          <a:xfrm>
            <a:off x="411480" y="4788368"/>
            <a:ext cx="8298180" cy="273842"/>
          </a:xfrm>
          <a:prstGeom prst="roundRect">
            <a:avLst>
              <a:gd name="adj" fmla="val 12500"/>
            </a:avLst>
          </a:prstGeom>
          <a:solidFill>
            <a:srgbClr val="13283F">
              <a:alpha val="88000"/>
            </a:srgbClr>
          </a:solidFill>
          <a:ln w="12700">
            <a:solidFill>
              <a:srgbClr val="13283F"/>
            </a:solidFill>
            <a:prstDash val="solid"/>
          </a:ln>
        </p:spPr>
        <p:txBody>
          <a:bodyPr/>
          <a:lstStyle/>
          <a:p>
            <a:r>
              <a:rPr lang="en-U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Nube Privada	| 	Nube Pública	 | 	Nube Híbrida</a:t>
            </a:r>
            <a:endParaRPr lang="es-MX" sz="1400" b="1" i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0030"/>
            <a:ext cx="82296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13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METODOLÓGICO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2296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Adoption Framework: Nuestro hilo conductor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268730"/>
            <a:ext cx="82981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i="1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proyecto de Azure sigue seis fases. Nuestra propuesta se estructura sobre el Marco teórico de Cloud Architect Framework de Microsoft para asegurar un camino ordenado, predecible y con resultados medibles.</a:t>
            </a:r>
            <a:endParaRPr lang="en-US" sz="1125" dirty="0"/>
          </a:p>
        </p:txBody>
      </p:sp>
      <p:sp>
        <p:nvSpPr>
          <p:cNvPr id="5" name="Shape 3"/>
          <p:cNvSpPr/>
          <p:nvPr/>
        </p:nvSpPr>
        <p:spPr>
          <a:xfrm>
            <a:off x="411480" y="1988820"/>
            <a:ext cx="1268730" cy="267462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6" name="Shape 4"/>
          <p:cNvSpPr/>
          <p:nvPr/>
        </p:nvSpPr>
        <p:spPr>
          <a:xfrm>
            <a:off x="737235" y="2194560"/>
            <a:ext cx="617220" cy="617220"/>
          </a:xfrm>
          <a:prstGeom prst="ellipse">
            <a:avLst/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7" name="Text 5"/>
          <p:cNvSpPr/>
          <p:nvPr/>
        </p:nvSpPr>
        <p:spPr>
          <a:xfrm>
            <a:off x="737235" y="2194560"/>
            <a:ext cx="6172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14350" y="2914650"/>
            <a:ext cx="10629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Estrategia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4350" y="3291840"/>
            <a:ext cx="106299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el porqué del negocio, factores claves y </a:t>
            </a:r>
            <a:r>
              <a:rPr lang="en-US" sz="825" dirty="0" err="1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esperados.</a:t>
            </a:r>
            <a:endParaRPr lang="en-US" sz="825" dirty="0"/>
          </a:p>
        </p:txBody>
      </p:sp>
      <p:sp>
        <p:nvSpPr>
          <p:cNvPr id="10" name="Shape 8"/>
          <p:cNvSpPr/>
          <p:nvPr/>
        </p:nvSpPr>
        <p:spPr>
          <a:xfrm>
            <a:off x="1817370" y="1988820"/>
            <a:ext cx="1268730" cy="267462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11" name="Shape 9"/>
          <p:cNvSpPr/>
          <p:nvPr/>
        </p:nvSpPr>
        <p:spPr>
          <a:xfrm>
            <a:off x="2143125" y="2194560"/>
            <a:ext cx="617220" cy="617220"/>
          </a:xfrm>
          <a:prstGeom prst="ellipse">
            <a:avLst/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12" name="Text 10"/>
          <p:cNvSpPr/>
          <p:nvPr/>
        </p:nvSpPr>
        <p:spPr>
          <a:xfrm>
            <a:off x="2143125" y="2194560"/>
            <a:ext cx="6172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920240" y="2914650"/>
            <a:ext cx="10629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20240" y="3291840"/>
            <a:ext cx="106299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Descubrimiento, business case y roadmap de migración.</a:t>
            </a:r>
            <a:endParaRPr lang="en-US" sz="825" dirty="0"/>
          </a:p>
        </p:txBody>
      </p:sp>
      <p:sp>
        <p:nvSpPr>
          <p:cNvPr id="15" name="Shape 13"/>
          <p:cNvSpPr/>
          <p:nvPr/>
        </p:nvSpPr>
        <p:spPr>
          <a:xfrm>
            <a:off x="3223260" y="1988820"/>
            <a:ext cx="1268730" cy="267462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16" name="Shape 14"/>
          <p:cNvSpPr/>
          <p:nvPr/>
        </p:nvSpPr>
        <p:spPr>
          <a:xfrm>
            <a:off x="3549015" y="2194560"/>
            <a:ext cx="617220" cy="617220"/>
          </a:xfrm>
          <a:prstGeom prst="ellipse">
            <a:avLst/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17" name="Text 15"/>
          <p:cNvSpPr/>
          <p:nvPr/>
        </p:nvSpPr>
        <p:spPr>
          <a:xfrm>
            <a:off x="3549015" y="2194560"/>
            <a:ext cx="6172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26130" y="2914650"/>
            <a:ext cx="10629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26130" y="3291840"/>
            <a:ext cx="106299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el Landing Zone en Azure lista para recibir cargas.</a:t>
            </a:r>
            <a:endParaRPr lang="en-US" sz="825" dirty="0"/>
          </a:p>
        </p:txBody>
      </p:sp>
      <p:sp>
        <p:nvSpPr>
          <p:cNvPr id="20" name="Shape 18"/>
          <p:cNvSpPr/>
          <p:nvPr/>
        </p:nvSpPr>
        <p:spPr>
          <a:xfrm>
            <a:off x="4629150" y="1988820"/>
            <a:ext cx="1268730" cy="267462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21" name="Shape 19"/>
          <p:cNvSpPr/>
          <p:nvPr/>
        </p:nvSpPr>
        <p:spPr>
          <a:xfrm>
            <a:off x="4954905" y="2194560"/>
            <a:ext cx="617220" cy="617220"/>
          </a:xfrm>
          <a:prstGeom prst="ellipse">
            <a:avLst/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22" name="Text 20"/>
          <p:cNvSpPr/>
          <p:nvPr/>
        </p:nvSpPr>
        <p:spPr>
          <a:xfrm>
            <a:off x="4954905" y="2194560"/>
            <a:ext cx="6172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732020" y="2914650"/>
            <a:ext cx="10629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Adoptar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32020" y="3291840"/>
            <a:ext cx="106299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Migrar, modernizar e innovar aprovechando la nube.</a:t>
            </a:r>
            <a:endParaRPr lang="en-US" sz="825" dirty="0"/>
          </a:p>
        </p:txBody>
      </p:sp>
      <p:sp>
        <p:nvSpPr>
          <p:cNvPr id="25" name="Shape 23"/>
          <p:cNvSpPr/>
          <p:nvPr/>
        </p:nvSpPr>
        <p:spPr>
          <a:xfrm>
            <a:off x="6035040" y="1988820"/>
            <a:ext cx="1268730" cy="267462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26" name="Shape 24"/>
          <p:cNvSpPr/>
          <p:nvPr/>
        </p:nvSpPr>
        <p:spPr>
          <a:xfrm>
            <a:off x="6360795" y="2194560"/>
            <a:ext cx="617220" cy="617220"/>
          </a:xfrm>
          <a:prstGeom prst="ellipse">
            <a:avLst/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27" name="Text 25"/>
          <p:cNvSpPr/>
          <p:nvPr/>
        </p:nvSpPr>
        <p:spPr>
          <a:xfrm>
            <a:off x="6360795" y="2194560"/>
            <a:ext cx="6172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137910" y="2914650"/>
            <a:ext cx="10629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Gobierno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37910" y="3291840"/>
            <a:ext cx="106299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Políticas, control de costos, cumplimiento y buenas prácticas.</a:t>
            </a:r>
            <a:endParaRPr lang="en-US" sz="825" dirty="0"/>
          </a:p>
        </p:txBody>
      </p:sp>
      <p:sp>
        <p:nvSpPr>
          <p:cNvPr id="30" name="Shape 28"/>
          <p:cNvSpPr/>
          <p:nvPr/>
        </p:nvSpPr>
        <p:spPr>
          <a:xfrm>
            <a:off x="7440930" y="1988820"/>
            <a:ext cx="1268730" cy="267462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31" name="Shape 29"/>
          <p:cNvSpPr/>
          <p:nvPr/>
        </p:nvSpPr>
        <p:spPr>
          <a:xfrm>
            <a:off x="7766685" y="2194560"/>
            <a:ext cx="617220" cy="617220"/>
          </a:xfrm>
          <a:prstGeom prst="ellipse">
            <a:avLst/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32" name="Text 30"/>
          <p:cNvSpPr/>
          <p:nvPr/>
        </p:nvSpPr>
        <p:spPr>
          <a:xfrm>
            <a:off x="7766685" y="2194560"/>
            <a:ext cx="6172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440930" y="2914650"/>
            <a:ext cx="11658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y Administración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543800" y="3291840"/>
            <a:ext cx="106299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continua y operación gestionada 24/7.</a:t>
            </a:r>
            <a:endParaRPr lang="en-US" sz="825" dirty="0"/>
          </a:p>
        </p:txBody>
      </p:sp>
      <p:sp>
        <p:nvSpPr>
          <p:cNvPr id="35" name="Shape 33"/>
          <p:cNvSpPr/>
          <p:nvPr/>
        </p:nvSpPr>
        <p:spPr>
          <a:xfrm>
            <a:off x="411480" y="4766310"/>
            <a:ext cx="8298180" cy="274320"/>
          </a:xfrm>
          <a:prstGeom prst="roundRect">
            <a:avLst>
              <a:gd name="adj" fmla="val 12500"/>
            </a:avLst>
          </a:prstGeom>
          <a:solidFill>
            <a:srgbClr val="13283F"/>
          </a:solidFill>
          <a:ln w="12700">
            <a:solidFill>
              <a:srgbClr val="13283F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36" name="Text 34"/>
          <p:cNvSpPr/>
          <p:nvPr/>
        </p:nvSpPr>
        <p:spPr>
          <a:xfrm>
            <a:off x="480060" y="476631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fase se traduce en un paquete de servicios concreto que se le ofrece al cliente.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435340" y="4869180"/>
            <a:ext cx="4800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25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0030"/>
            <a:ext cx="82296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13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01  ·  CAF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2296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Estrategia: alinear la nube con el negocio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3030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139B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hacemos en esta fase?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1480" y="1645920"/>
            <a:ext cx="4114800" cy="2400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Talleres ejecutivos para entender objetivos de negocio.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de los factores claves: costo, agilidad, seguridad, IA.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indicadores de éxito (KPIs) y resultados esperados.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Mapeo de riesgos y restricciones (regulatorias, técnicas, operativas).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inicial y definición de patrocinador ejecutivo.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800600" y="1303020"/>
            <a:ext cx="3909060" cy="322326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7" name="Text 5"/>
          <p:cNvSpPr/>
          <p:nvPr/>
        </p:nvSpPr>
        <p:spPr>
          <a:xfrm>
            <a:off x="4972050" y="1405890"/>
            <a:ext cx="3634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para nuestro cliente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72050" y="1714500"/>
            <a:ext cx="36347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de nube con base en datos, no supuestos.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Alineación entre TI y negocio desde el día uno.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clara para presentar al comité directivo.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972050" y="2983230"/>
            <a:ext cx="3634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Servicios que entregamos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72050" y="3291840"/>
            <a:ext cx="36347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Workshops ejecutivos de estrategia cloud.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visión y roadmap de alto nivel.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ejecutivo (TCO / ROI preliminar).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8435340" y="4869180"/>
            <a:ext cx="4800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0030"/>
            <a:ext cx="82296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13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02  ·  CAF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2296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Plan: descubrir, cuantificar y priorizar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3030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139B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hacemos en esta fase?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1480" y="1645920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automatizado con Azure Migrate.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dependencias entre servidores y aplicaciones.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Priorización por valor de negocio y complejidad técnica.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case, descrito con TCO vs Azure.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olas de migración y quick wins.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la estrategia por carga (rehost, refactor, replace, retire, </a:t>
            </a:r>
            <a:r>
              <a:rPr lang="es-MX" sz="1050" dirty="0" err="1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</a:t>
            </a:r>
            <a:r>
              <a:rPr lang="es-MX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MX" sz="1050" dirty="0" err="1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rearchitect</a:t>
            </a:r>
            <a:r>
              <a:rPr lang="es-MX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  <p:sp>
        <p:nvSpPr>
          <p:cNvPr id="6" name="Shape 4"/>
          <p:cNvSpPr/>
          <p:nvPr/>
        </p:nvSpPr>
        <p:spPr>
          <a:xfrm>
            <a:off x="4800600" y="1303020"/>
            <a:ext cx="3909060" cy="322326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7" name="Text 5"/>
          <p:cNvSpPr/>
          <p:nvPr/>
        </p:nvSpPr>
        <p:spPr>
          <a:xfrm>
            <a:off x="4972050" y="1405890"/>
            <a:ext cx="3634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para nuestro cliente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72050" y="1714500"/>
            <a:ext cx="36347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reales para tomar decisiones sin apostar.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accionable, listo para ejecutar.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y esfuerzo del proyecto claramente definidos.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972050" y="2983230"/>
            <a:ext cx="3634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Servicios que entregamos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72050" y="3291840"/>
            <a:ext cx="36347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técnico y de dependencias.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detallado y comparativo TCO.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 migración por olas.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8435340" y="4869180"/>
            <a:ext cx="4800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25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0030"/>
            <a:ext cx="82296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13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03  ·  CAF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2296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Listo: Landing Zone que soporta todo lo demás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3030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139B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hacemos en esta fase?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1480" y="1645920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e implementación de la Landing Zone en Azure.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 identidad con Microsoft Entra ID.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 híbrida (VPN Site-to-Site).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redes, segmentación y firewalls.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seguridad, cifrado y control de accesos (RBAC).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con Infrastructure as Code (Bicep /Plantilas ARM).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800600" y="1303020"/>
            <a:ext cx="3909060" cy="322326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7" name="Text 5"/>
          <p:cNvSpPr/>
          <p:nvPr/>
        </p:nvSpPr>
        <p:spPr>
          <a:xfrm>
            <a:off x="4972050" y="1405890"/>
            <a:ext cx="3634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para nuestro cliente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72050" y="1714500"/>
            <a:ext cx="36347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sólida, segura y estandarizada para toda la nube.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retrabajos futuros y sobrecostos.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normativo desde el arranque.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972050" y="2983230"/>
            <a:ext cx="3634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Servicios que entregamos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72050" y="3291840"/>
            <a:ext cx="36347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e implementación de Landing Zone.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identidad y conectividad híbrida.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IaC y baseline de seguridad.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8435340" y="4869180"/>
            <a:ext cx="4800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25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0030"/>
            <a:ext cx="82296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13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04  ·  CAF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2296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Adoptar: migrar, modernizar e innovar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3030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139B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hacemos en esta fase?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1480" y="1645920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de la migración por olas: rehost, refactor, replace.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Modernización a servicios PaaS y contenedores donde aplique.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funcionales, de rendimiento y de seguridad por ola.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Cutover controlado con plan de rollback.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al equipo de TI y transferencia de conocimiento.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Innovación con IA (Azure OpenAI, Copilot, Fabric).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800600" y="1303020"/>
            <a:ext cx="3909060" cy="322326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7" name="Text 5"/>
          <p:cNvSpPr/>
          <p:nvPr/>
        </p:nvSpPr>
        <p:spPr>
          <a:xfrm>
            <a:off x="4972050" y="1405890"/>
            <a:ext cx="3634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para nuestro cliente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72050" y="1714500"/>
            <a:ext cx="36347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tangibles en cada ola (ahorro, agilidad, seguridad).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Modernización sin detener la operación.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para incorporar IA de negocio.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972050" y="2983230"/>
            <a:ext cx="3634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Servicios que entregamos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72050" y="3291840"/>
            <a:ext cx="36347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por olas (on-premises u otra nube).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Modernización de aplicaciones y bases de datos.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 DRP y VDI (paquetes específicos).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8435340" y="4869180"/>
            <a:ext cx="4800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25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0030"/>
            <a:ext cx="82296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13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05 + 06  ·  CAF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2296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Gobierno, seguridad y administración: Operar de una forma controlada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124009"/>
            <a:ext cx="82981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nube da resultados sostenibles solo si se opera con controlada y disciplinada. Estas fases son continuas y las cubrimos como servicio administrado.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1851660"/>
            <a:ext cx="2628900" cy="2948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6" name="Shape 4"/>
          <p:cNvSpPr/>
          <p:nvPr/>
        </p:nvSpPr>
        <p:spPr>
          <a:xfrm>
            <a:off x="411480" y="1851660"/>
            <a:ext cx="2628900" cy="514350"/>
          </a:xfrm>
          <a:prstGeom prst="rect">
            <a:avLst/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7" name="Text 5"/>
          <p:cNvSpPr/>
          <p:nvPr/>
        </p:nvSpPr>
        <p:spPr>
          <a:xfrm>
            <a:off x="582930" y="1954530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Gobierno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17220" y="2503170"/>
            <a:ext cx="2217420" cy="2160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de uso con Azure Policy.</a:t>
            </a:r>
            <a:endParaRPr lang="en-US" sz="975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costos y FinOps.</a:t>
            </a:r>
            <a:endParaRPr lang="en-US" sz="975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identidades y accesos (RBAC).</a:t>
            </a:r>
            <a:endParaRPr lang="en-US" sz="975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 de cumplimiento y auditoría.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3246120" y="1851660"/>
            <a:ext cx="2628900" cy="2948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10" name="Shape 8"/>
          <p:cNvSpPr/>
          <p:nvPr/>
        </p:nvSpPr>
        <p:spPr>
          <a:xfrm>
            <a:off x="3246120" y="1851660"/>
            <a:ext cx="2628900" cy="514350"/>
          </a:xfrm>
          <a:prstGeom prst="rect">
            <a:avLst/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11" name="Text 9"/>
          <p:cNvSpPr/>
          <p:nvPr/>
        </p:nvSpPr>
        <p:spPr>
          <a:xfrm>
            <a:off x="3417570" y="1954530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51860" y="2503170"/>
            <a:ext cx="2217420" cy="2160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Defender for Cloud.</a:t>
            </a:r>
            <a:endParaRPr lang="en-US" sz="975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Sentinel (SIEM /SOAR con IA).</a:t>
            </a:r>
            <a:endParaRPr lang="en-US" sz="975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contra ransomware y phishing.</a:t>
            </a:r>
            <a:endParaRPr lang="en-US" sz="975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y Conditional Access.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6080760" y="1851660"/>
            <a:ext cx="2628900" cy="2948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14" name="Shape 12"/>
          <p:cNvSpPr/>
          <p:nvPr/>
        </p:nvSpPr>
        <p:spPr>
          <a:xfrm>
            <a:off x="6080760" y="1851660"/>
            <a:ext cx="2628900" cy="514350"/>
          </a:xfrm>
          <a:prstGeom prst="rect">
            <a:avLst/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15" name="Text 13"/>
          <p:cNvSpPr/>
          <p:nvPr/>
        </p:nvSpPr>
        <p:spPr>
          <a:xfrm>
            <a:off x="6252210" y="1954530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Administración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86500" y="2503170"/>
            <a:ext cx="2217420" cy="2160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proactivo 24/7.</a:t>
            </a:r>
            <a:endParaRPr lang="en-US" sz="975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Parches, actualizaciones y hardening.</a:t>
            </a:r>
            <a:endParaRPr lang="en-US" sz="975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respaldos y DRP.</a:t>
            </a:r>
            <a:endParaRPr lang="en-US" sz="975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ejecutivos mensuales.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8435340" y="4869180"/>
            <a:ext cx="4800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25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  <a:alpha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57400" y="-2057400"/>
            <a:ext cx="5486400" cy="5486400"/>
          </a:xfrm>
          <a:prstGeom prst="ellipse">
            <a:avLst/>
          </a:prstGeom>
          <a:solidFill>
            <a:srgbClr val="27C5E6">
              <a:alpha val="20000"/>
            </a:srgbClr>
          </a:solidFill>
          <a:ln w="12700">
            <a:solidFill>
              <a:srgbClr val="081C36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3" name="Shape 1"/>
          <p:cNvSpPr/>
          <p:nvPr/>
        </p:nvSpPr>
        <p:spPr>
          <a:xfrm>
            <a:off x="7063740" y="2400300"/>
            <a:ext cx="4800600" cy="4800600"/>
          </a:xfrm>
          <a:prstGeom prst="ellipse">
            <a:avLst/>
          </a:prstGeom>
          <a:solidFill>
            <a:srgbClr val="139BBE">
              <a:alpha val="20000"/>
            </a:srgbClr>
          </a:solidFill>
          <a:ln w="12700">
            <a:solidFill>
              <a:srgbClr val="081C36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4" name="Text 2"/>
          <p:cNvSpPr/>
          <p:nvPr/>
        </p:nvSpPr>
        <p:spPr>
          <a:xfrm>
            <a:off x="480060" y="178308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kern="0" spc="450" dirty="0">
                <a:solidFill>
                  <a:srgbClr val="27C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80060" y="21259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Nuestros paquetes de servicios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480060" y="301752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i="1" dirty="0">
                <a:solidFill>
                  <a:srgbClr val="CF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paquetes concretos que podemos ofrecer a nuestros clientes en cualquier punto de su journey a la nube.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35340" y="4869180"/>
            <a:ext cx="4800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8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25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0030"/>
            <a:ext cx="82296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 01  ·  MIGRACIÓN AAZURE</a:t>
            </a:r>
            <a:endParaRPr lang="en-US" sz="900" dirty="0">
              <a:solidFill>
                <a:srgbClr val="00B0F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2296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Migración a la nube: Diferentes orígenes, un mismo objetivo.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11480" y="1097280"/>
            <a:ext cx="82981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en la nube, movimiento desde otra nube o migración desde tu data center. El origen puede cambia; el destino y los beneficios son los mismos: </a:t>
            </a:r>
            <a:r>
              <a:rPr lang="en-US" sz="1050" b="1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Modernizar</a:t>
            </a:r>
            <a:r>
              <a:rPr lang="en-US" sz="10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50" b="1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Optimizar Costos</a:t>
            </a:r>
            <a:r>
              <a:rPr lang="en-US" sz="10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050" b="1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Ganar Agilidad</a:t>
            </a:r>
            <a:r>
              <a:rPr lang="en-US" sz="10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1645920"/>
            <a:ext cx="2651760" cy="106299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/>
          </a:p>
        </p:txBody>
      </p:sp>
      <p:sp>
        <p:nvSpPr>
          <p:cNvPr id="6" name="Shape 4"/>
          <p:cNvSpPr/>
          <p:nvPr/>
        </p:nvSpPr>
        <p:spPr>
          <a:xfrm>
            <a:off x="548640" y="1796796"/>
            <a:ext cx="377190" cy="377190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  <p:txBody>
          <a:bodyPr/>
          <a:lstStyle/>
          <a:p>
            <a:endParaRPr lang="es-MX" sz="1350"/>
          </a:p>
        </p:txBody>
      </p:sp>
      <p:sp>
        <p:nvSpPr>
          <p:cNvPr id="7" name="Text 5"/>
          <p:cNvSpPr/>
          <p:nvPr/>
        </p:nvSpPr>
        <p:spPr>
          <a:xfrm>
            <a:off x="548640" y="1796796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8700" y="1783080"/>
            <a:ext cx="18973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Empezar en la nube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28700" y="2002536"/>
            <a:ext cx="18973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· primeras cargas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48640" y="22631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los clientes que aún no están en la nube y quieren dar el primer paso con Landing Zone, cargas piloto e investigar los temas de nube.</a:t>
            </a:r>
            <a:endParaRPr lang="en-US" sz="788" dirty="0"/>
          </a:p>
        </p:txBody>
      </p:sp>
      <p:sp>
        <p:nvSpPr>
          <p:cNvPr id="11" name="Shape 9"/>
          <p:cNvSpPr/>
          <p:nvPr/>
        </p:nvSpPr>
        <p:spPr>
          <a:xfrm>
            <a:off x="3234690" y="1645920"/>
            <a:ext cx="2651760" cy="106299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/>
          </a:p>
        </p:txBody>
      </p:sp>
      <p:sp>
        <p:nvSpPr>
          <p:cNvPr id="12" name="Shape 10"/>
          <p:cNvSpPr/>
          <p:nvPr/>
        </p:nvSpPr>
        <p:spPr>
          <a:xfrm>
            <a:off x="3371850" y="1796796"/>
            <a:ext cx="377190" cy="377190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  <p:txBody>
          <a:bodyPr/>
          <a:lstStyle/>
          <a:p>
            <a:endParaRPr lang="es-MX" sz="1350"/>
          </a:p>
        </p:txBody>
      </p:sp>
      <p:sp>
        <p:nvSpPr>
          <p:cNvPr id="13" name="Text 11"/>
          <p:cNvSpPr/>
          <p:nvPr/>
        </p:nvSpPr>
        <p:spPr>
          <a:xfrm>
            <a:off x="3371850" y="1796796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51910" y="1783080"/>
            <a:ext cx="18973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Desde tu Data Center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51910" y="2002536"/>
            <a:ext cx="18973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on-premises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371850" y="22631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clientes con infraestructura propia que buscan modernizar y reducir CAPEX sin interrumpir el negocio.</a:t>
            </a:r>
            <a:endParaRPr lang="en-US" sz="788" dirty="0"/>
          </a:p>
        </p:txBody>
      </p:sp>
      <p:sp>
        <p:nvSpPr>
          <p:cNvPr id="17" name="Shape 15"/>
          <p:cNvSpPr/>
          <p:nvPr/>
        </p:nvSpPr>
        <p:spPr>
          <a:xfrm>
            <a:off x="6057900" y="1645920"/>
            <a:ext cx="2651760" cy="106299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/>
          </a:p>
        </p:txBody>
      </p:sp>
      <p:sp>
        <p:nvSpPr>
          <p:cNvPr id="18" name="Shape 16"/>
          <p:cNvSpPr/>
          <p:nvPr/>
        </p:nvSpPr>
        <p:spPr>
          <a:xfrm>
            <a:off x="6195060" y="1796796"/>
            <a:ext cx="377190" cy="377190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  <p:txBody>
          <a:bodyPr/>
          <a:lstStyle/>
          <a:p>
            <a:endParaRPr lang="es-MX" sz="1350"/>
          </a:p>
        </p:txBody>
      </p:sp>
      <p:sp>
        <p:nvSpPr>
          <p:cNvPr id="19" name="Text 17"/>
          <p:cNvSpPr/>
          <p:nvPr/>
        </p:nvSpPr>
        <p:spPr>
          <a:xfrm>
            <a:off x="6195060" y="1796796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75120" y="1783080"/>
            <a:ext cx="18973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Desde otra nube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675120" y="2002536"/>
            <a:ext cx="18973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Nube Privada, AWS, GCP o otras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195060" y="22631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clientes que buscan consolidar en el ecosistema Microsoft y aprovechar Azure Hybrid Benefit.</a:t>
            </a:r>
            <a:endParaRPr lang="en-US" sz="788" dirty="0"/>
          </a:p>
        </p:txBody>
      </p:sp>
      <p:sp>
        <p:nvSpPr>
          <p:cNvPr id="23" name="Text 21"/>
          <p:cNvSpPr/>
          <p:nvPr/>
        </p:nvSpPr>
        <p:spPr>
          <a:xfrm>
            <a:off x="411480" y="2914650"/>
            <a:ext cx="41148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00B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incluye?</a:t>
            </a:r>
            <a:endParaRPr lang="en-US" sz="1125" dirty="0">
              <a:solidFill>
                <a:srgbClr val="00B0F0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411480" y="3154680"/>
            <a:ext cx="411480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86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Descubrimiento y análisis de dependencias (Azure Migrate).</a:t>
            </a:r>
            <a:endParaRPr lang="en-US" sz="863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86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detallado con possible TCO actual vs Azure.</a:t>
            </a:r>
            <a:endParaRPr lang="en-US" sz="863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86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e implementación de la Landing Zone.</a:t>
            </a:r>
            <a:endParaRPr lang="en-US" sz="863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86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migración por olas con quick wins de 90 días.</a:t>
            </a:r>
            <a:endParaRPr lang="en-US" sz="863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86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con la estrategia adecuada por carga (rehost, refactor, replace, retire Rs).</a:t>
            </a:r>
            <a:endParaRPr lang="en-US" sz="863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86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Pruebas, cutover, estabilización y optimización post-migración.</a:t>
            </a:r>
            <a:endParaRPr lang="en-US" sz="863" dirty="0"/>
          </a:p>
        </p:txBody>
      </p:sp>
      <p:sp>
        <p:nvSpPr>
          <p:cNvPr id="25" name="Shape 23"/>
          <p:cNvSpPr/>
          <p:nvPr/>
        </p:nvSpPr>
        <p:spPr>
          <a:xfrm>
            <a:off x="4800600" y="2914650"/>
            <a:ext cx="3909060" cy="181737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/>
          </a:p>
        </p:txBody>
      </p:sp>
      <p:sp>
        <p:nvSpPr>
          <p:cNvPr id="26" name="Text 24"/>
          <p:cNvSpPr/>
          <p:nvPr/>
        </p:nvSpPr>
        <p:spPr>
          <a:xfrm>
            <a:off x="4972050" y="2996946"/>
            <a:ext cx="36347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para el cliente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4972050" y="3257550"/>
            <a:ext cx="36347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medible en CAPEX y OPEX.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Modernización sin detener la operación.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 y agilidad para el negocio.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preparada para incorporar IA.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972050" y="4183380"/>
            <a:ext cx="17145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kern="0" spc="225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CAF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972050" y="4375404"/>
            <a:ext cx="17145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01–04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6858000" y="4183380"/>
            <a:ext cx="17145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kern="0" spc="225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858000" y="4375404"/>
            <a:ext cx="17145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24x7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420524" y="4576387"/>
            <a:ext cx="82981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 kern="0" spc="225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administrados asociados</a:t>
            </a:r>
            <a:endParaRPr lang="en-US" sz="1150" dirty="0">
              <a:solidFill>
                <a:srgbClr val="00B0F0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411480" y="4764448"/>
            <a:ext cx="82981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de cargas migradas  ·  Gestión de bases de datos  ·  FinOps (optimización continua del gasto)  ·  Reportes ejecutivos mensuales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8435340" y="4869180"/>
            <a:ext cx="4800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25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0030"/>
            <a:ext cx="82296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13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 02  ·  DRP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2296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Disaster Recovery Plan sobre Azure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177890"/>
            <a:ext cx="829818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i="1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clientes que quieren garantizar continuidad de negocio sin invertir en un data center alterno físico.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411480" y="17145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9B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incluye?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2023110"/>
            <a:ext cx="4114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Analysis (BIA) y definición de RTO / RPO.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la arquitectura de DR en Azure.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 Azure Site Recovery.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 Azure Backup con respaldos inmutables.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Runbooks documentados y automatizados.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failover no disruptivas.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411480" y="3566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9B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Entregables clave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387477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Continuidad de Negocio (BCP) formal.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 de DR operativo en Azure.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pruebas de recuperación.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4800600" y="1714500"/>
            <a:ext cx="3909060" cy="325755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10" name="Text 8"/>
          <p:cNvSpPr/>
          <p:nvPr/>
        </p:nvSpPr>
        <p:spPr>
          <a:xfrm>
            <a:off x="4972050" y="1817370"/>
            <a:ext cx="3634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para el cliente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4972050" y="2125980"/>
            <a:ext cx="36347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garantizada con RTO/RPO medibles.</a:t>
            </a:r>
            <a:endParaRPr lang="en-US" sz="900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inversión en sitio alterno físico.</a:t>
            </a:r>
            <a:endParaRPr lang="en-US" sz="900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efectiva contra ransomware.</a:t>
            </a:r>
            <a:endParaRPr lang="en-US" sz="900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 para la alineación con ISO y normativas locales.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72050" y="3326130"/>
            <a:ext cx="17145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kern="0" spc="225" dirty="0">
                <a:solidFill>
                  <a:srgbClr val="0F4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CAF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972050" y="3531870"/>
            <a:ext cx="17145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03–06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6858000" y="3326130"/>
            <a:ext cx="17145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kern="0" spc="225" dirty="0">
                <a:solidFill>
                  <a:srgbClr val="0F4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6858000" y="3531870"/>
            <a:ext cx="17145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24x7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972050" y="3840480"/>
            <a:ext cx="36347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225" dirty="0">
                <a:solidFill>
                  <a:srgbClr val="0F4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administrados asociados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72050" y="4080510"/>
            <a:ext cx="363474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diario de replicaciones y respaldos.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DR periódicas (mínimo anuales).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 continua del plan.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de failover asistido ante incidentes reales.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8435340" y="4869180"/>
            <a:ext cx="4800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25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0828"/>
            <a:ext cx="82296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13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 03  ·  VDI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2296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Escritorios virtuales con Azure Virtual Desktop y Windows 365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268730"/>
            <a:ext cx="829818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i="1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clientes que quieren habilitar trabajo híbrido seguro, reducir costos de endpoint y proteger la información sensible.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411480" y="17145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9B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incluye?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2023110"/>
            <a:ext cx="4114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 de perfiles de usuario y aplicaciones.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la arquitectura de VDI (AVD /Windows 365).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 imágenes base de sistema y perfiles.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recomienda la integración con Microsoft Entra ID, Intune y Defender.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controlado y despliegue por olas.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a usuarios y soporte inicial 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411480" y="3566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9B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Entregables clave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387477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VDI en producción.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habilitados y capacitados.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operativa y de soporte.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4800600" y="1714500"/>
            <a:ext cx="3909060" cy="325755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10" name="Text 8"/>
          <p:cNvSpPr/>
          <p:nvPr/>
        </p:nvSpPr>
        <p:spPr>
          <a:xfrm>
            <a:off x="4972050" y="1817370"/>
            <a:ext cx="3634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para el cliente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4972050" y="2125980"/>
            <a:ext cx="36347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híbrido seguro desde cualquier dispositivo.</a:t>
            </a:r>
            <a:endParaRPr lang="en-US" sz="900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resguardada en la nube (protección).</a:t>
            </a:r>
            <a:endParaRPr lang="en-US" sz="900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de usuarios de horas en minutos.</a:t>
            </a:r>
            <a:endParaRPr lang="en-US" sz="900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TCO en el endpoint.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72050" y="3326130"/>
            <a:ext cx="17145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kern="0" spc="225" dirty="0">
                <a:solidFill>
                  <a:srgbClr val="0F4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CAF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972050" y="3531870"/>
            <a:ext cx="17145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03–06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6858000" y="3326130"/>
            <a:ext cx="17145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kern="0" spc="225" dirty="0">
                <a:solidFill>
                  <a:srgbClr val="0F4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6858000" y="3531870"/>
            <a:ext cx="17145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24x7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972050" y="3840480"/>
            <a:ext cx="36347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225" dirty="0">
                <a:solidFill>
                  <a:srgbClr val="0F4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administrados asociados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72050" y="4080510"/>
            <a:ext cx="363474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imágenes y aplicaciones.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y offboarding de usuarios.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 de servicio a usuarios finales.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continua de costo por perfil.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8435340" y="4869180"/>
            <a:ext cx="4800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25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0030"/>
            <a:ext cx="82296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 04  ·  BACKUP</a:t>
            </a:r>
            <a:endParaRPr lang="en-US" sz="900" dirty="0">
              <a:solidFill>
                <a:srgbClr val="00B0F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2296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respaldo integral para las Organizaciones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11480" y="1097280"/>
            <a:ext cx="829818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13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servicio de respaldo y restauración completo sobre Azure, diseñado para las organizaciones: Proteja sus máquinas virtuales, bases de datos, redes, cuentas de Microsoft 365 y archivos con un costo predecible y sin complejidad operativa.</a:t>
            </a:r>
            <a:endParaRPr lang="en-US" sz="1013" dirty="0"/>
          </a:p>
        </p:txBody>
      </p:sp>
      <p:sp>
        <p:nvSpPr>
          <p:cNvPr id="5" name="Text 3"/>
          <p:cNvSpPr/>
          <p:nvPr/>
        </p:nvSpPr>
        <p:spPr>
          <a:xfrm>
            <a:off x="411480" y="1748790"/>
            <a:ext cx="82296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00B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protegemos?</a:t>
            </a:r>
            <a:endParaRPr lang="en-US" sz="1125" dirty="0">
              <a:solidFill>
                <a:srgbClr val="00B0F0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" y="2023110"/>
            <a:ext cx="1297305" cy="92583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/>
          </a:p>
        </p:txBody>
      </p:sp>
      <p:sp>
        <p:nvSpPr>
          <p:cNvPr id="7" name="Text 5"/>
          <p:cNvSpPr/>
          <p:nvPr/>
        </p:nvSpPr>
        <p:spPr>
          <a:xfrm>
            <a:off x="480060" y="2125980"/>
            <a:ext cx="11601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Máquinas Virtuales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80060" y="2503170"/>
            <a:ext cx="1160145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VMs en Azure y on-premises</a:t>
            </a:r>
            <a:endParaRPr lang="en-US" sz="713" dirty="0"/>
          </a:p>
        </p:txBody>
      </p:sp>
      <p:sp>
        <p:nvSpPr>
          <p:cNvPr id="9" name="Shape 7"/>
          <p:cNvSpPr/>
          <p:nvPr/>
        </p:nvSpPr>
        <p:spPr>
          <a:xfrm>
            <a:off x="1811655" y="2023110"/>
            <a:ext cx="1297305" cy="92583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/>
          </a:p>
        </p:txBody>
      </p:sp>
      <p:sp>
        <p:nvSpPr>
          <p:cNvPr id="10" name="Text 8"/>
          <p:cNvSpPr/>
          <p:nvPr/>
        </p:nvSpPr>
        <p:spPr>
          <a:xfrm>
            <a:off x="1880235" y="2125980"/>
            <a:ext cx="11601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Discos y volúmenes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80235" y="2503170"/>
            <a:ext cx="1160145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Disks y Azure Files</a:t>
            </a:r>
            <a:endParaRPr lang="en-US" sz="713" dirty="0"/>
          </a:p>
        </p:txBody>
      </p:sp>
      <p:sp>
        <p:nvSpPr>
          <p:cNvPr id="12" name="Shape 10"/>
          <p:cNvSpPr/>
          <p:nvPr/>
        </p:nvSpPr>
        <p:spPr>
          <a:xfrm>
            <a:off x="3211830" y="2023110"/>
            <a:ext cx="1297305" cy="92583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/>
          </a:p>
        </p:txBody>
      </p:sp>
      <p:sp>
        <p:nvSpPr>
          <p:cNvPr id="13" name="Text 11"/>
          <p:cNvSpPr/>
          <p:nvPr/>
        </p:nvSpPr>
        <p:spPr>
          <a:xfrm>
            <a:off x="3280410" y="2125980"/>
            <a:ext cx="11601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Bases de datos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80410" y="2503170"/>
            <a:ext cx="1160145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SQL, MySQL, PostgreSQL, MongoDB</a:t>
            </a:r>
            <a:endParaRPr lang="en-US" sz="713" dirty="0"/>
          </a:p>
        </p:txBody>
      </p:sp>
      <p:sp>
        <p:nvSpPr>
          <p:cNvPr id="15" name="Shape 13"/>
          <p:cNvSpPr/>
          <p:nvPr/>
        </p:nvSpPr>
        <p:spPr>
          <a:xfrm>
            <a:off x="4612005" y="2023110"/>
            <a:ext cx="1297305" cy="92583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/>
          </a:p>
        </p:txBody>
      </p:sp>
      <p:sp>
        <p:nvSpPr>
          <p:cNvPr id="16" name="Text 14"/>
          <p:cNvSpPr/>
          <p:nvPr/>
        </p:nvSpPr>
        <p:spPr>
          <a:xfrm>
            <a:off x="4680585" y="2125980"/>
            <a:ext cx="11601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Redes y VNets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80585" y="2503170"/>
            <a:ext cx="1160145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Configuraciones, firewalls, NSGs</a:t>
            </a:r>
            <a:endParaRPr lang="en-US" sz="713" dirty="0"/>
          </a:p>
        </p:txBody>
      </p:sp>
      <p:sp>
        <p:nvSpPr>
          <p:cNvPr id="18" name="Shape 16"/>
          <p:cNvSpPr/>
          <p:nvPr/>
        </p:nvSpPr>
        <p:spPr>
          <a:xfrm>
            <a:off x="6012180" y="2023110"/>
            <a:ext cx="1297305" cy="92583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/>
          </a:p>
        </p:txBody>
      </p:sp>
      <p:sp>
        <p:nvSpPr>
          <p:cNvPr id="19" name="Text 17"/>
          <p:cNvSpPr/>
          <p:nvPr/>
        </p:nvSpPr>
        <p:spPr>
          <a:xfrm>
            <a:off x="6080760" y="2125980"/>
            <a:ext cx="11601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M365 – Correo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080760" y="2503170"/>
            <a:ext cx="1160145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Buzones de Exchange Online</a:t>
            </a:r>
            <a:endParaRPr lang="en-US" sz="713" dirty="0"/>
          </a:p>
        </p:txBody>
      </p:sp>
      <p:sp>
        <p:nvSpPr>
          <p:cNvPr id="21" name="Shape 19"/>
          <p:cNvSpPr/>
          <p:nvPr/>
        </p:nvSpPr>
        <p:spPr>
          <a:xfrm>
            <a:off x="7412355" y="2023110"/>
            <a:ext cx="1297305" cy="92583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/>
          </a:p>
        </p:txBody>
      </p:sp>
      <p:sp>
        <p:nvSpPr>
          <p:cNvPr id="22" name="Text 20"/>
          <p:cNvSpPr/>
          <p:nvPr/>
        </p:nvSpPr>
        <p:spPr>
          <a:xfrm>
            <a:off x="7480935" y="2125980"/>
            <a:ext cx="11601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M365 – Archivos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480935" y="2503170"/>
            <a:ext cx="1160145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OneDrive, SharePoint, Teams</a:t>
            </a:r>
            <a:endParaRPr lang="en-US" sz="713" dirty="0"/>
          </a:p>
        </p:txBody>
      </p:sp>
      <p:sp>
        <p:nvSpPr>
          <p:cNvPr id="24" name="Text 22"/>
          <p:cNvSpPr/>
          <p:nvPr/>
        </p:nvSpPr>
        <p:spPr>
          <a:xfrm>
            <a:off x="411480" y="3120390"/>
            <a:ext cx="41148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00B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incluye el servicio?</a:t>
            </a:r>
            <a:endParaRPr lang="en-US" sz="1125" dirty="0">
              <a:solidFill>
                <a:srgbClr val="00B0F0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411480" y="3360420"/>
            <a:ext cx="4114800" cy="1268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de respaldo por tipo de recurso (diaria, semanal, mensual).</a:t>
            </a:r>
            <a:endParaRPr lang="en-US" sz="825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Retención flexible y cumplimiento de </a:t>
            </a:r>
            <a:r>
              <a:rPr lang="en-US" sz="825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normativas</a:t>
            </a:r>
            <a:r>
              <a:rPr lang="en-US" sz="82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cliente.</a:t>
            </a:r>
            <a:endParaRPr lang="en-US" sz="825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Respaldos inmutables: protección real contra ransomware.</a:t>
            </a:r>
            <a:endParaRPr lang="en-US" sz="825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restauración periódicas documentadas a demanda.</a:t>
            </a:r>
            <a:endParaRPr lang="en-US" sz="825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Monitoreo, alertas y reporte ejecutivo mensual.</a:t>
            </a:r>
            <a:endParaRPr lang="en-US" sz="825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en la restauración cuando el cliente lo necesite.</a:t>
            </a:r>
            <a:endParaRPr lang="en-US" sz="825" dirty="0"/>
          </a:p>
        </p:txBody>
      </p:sp>
      <p:sp>
        <p:nvSpPr>
          <p:cNvPr id="26" name="Shape 24"/>
          <p:cNvSpPr/>
          <p:nvPr/>
        </p:nvSpPr>
        <p:spPr>
          <a:xfrm>
            <a:off x="4800600" y="3120390"/>
            <a:ext cx="3909060" cy="161163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/>
          </a:p>
        </p:txBody>
      </p:sp>
      <p:sp>
        <p:nvSpPr>
          <p:cNvPr id="27" name="Text 25"/>
          <p:cNvSpPr/>
          <p:nvPr/>
        </p:nvSpPr>
        <p:spPr>
          <a:xfrm>
            <a:off x="4972050" y="3202686"/>
            <a:ext cx="36347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para la PyME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4972050" y="3463290"/>
            <a:ext cx="363474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predecible y accesible al presupuesto de una orgnización empresarial.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Tranquilidad: La información está protegida ante fallas, errores y ataques.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necesidad de equipo técnico interno especializado.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sencillo con auditorías y clientes.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4972050" y="4320540"/>
            <a:ext cx="17145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kern="0" spc="225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CAF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972050" y="4491990"/>
            <a:ext cx="17145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03–06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6858000" y="4320540"/>
            <a:ext cx="17145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kern="0" spc="225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858000" y="4491990"/>
            <a:ext cx="18516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24x7 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11480" y="4661062"/>
            <a:ext cx="82981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0" b="1" kern="0" spc="225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administrados asociados</a:t>
            </a:r>
            <a:endParaRPr lang="en-US" sz="1130" dirty="0">
              <a:solidFill>
                <a:srgbClr val="00B0F0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391384" y="4859302"/>
            <a:ext cx="82981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diario de respaldos  </a:t>
            </a:r>
            <a:r>
              <a:rPr lang="en-US" sz="788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r>
              <a:rPr lang="en-US" sz="788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Restauración asistida bajo demanda  </a:t>
            </a:r>
            <a:r>
              <a:rPr lang="en-US" sz="788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r>
              <a:rPr lang="en-US" sz="788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Pruebas de recuperación periódicas  </a:t>
            </a:r>
            <a:r>
              <a:rPr lang="en-US" sz="788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r>
              <a:rPr lang="en-US" sz="788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Reporte mensual de cumplimiento y salud del backup</a:t>
            </a:r>
            <a:endParaRPr lang="en-US" sz="788" dirty="0"/>
          </a:p>
        </p:txBody>
      </p:sp>
      <p:sp>
        <p:nvSpPr>
          <p:cNvPr id="35" name="Text 33"/>
          <p:cNvSpPr/>
          <p:nvPr/>
        </p:nvSpPr>
        <p:spPr>
          <a:xfrm>
            <a:off x="8435340" y="4869180"/>
            <a:ext cx="4800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25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0030"/>
            <a:ext cx="82296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13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ENTREGA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2296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trabajamos en C3NTRO TELECOM.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268730"/>
            <a:ext cx="829818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i="1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 total: Elegimos en conjunto con nuestro cliente el modelo que mejor se ajusta a su ritmo, presupuesto y criticidad operativa.</a:t>
            </a:r>
            <a:endParaRPr lang="en-US" sz="1125" dirty="0"/>
          </a:p>
        </p:txBody>
      </p:sp>
      <p:sp>
        <p:nvSpPr>
          <p:cNvPr id="5" name="Shape 3"/>
          <p:cNvSpPr/>
          <p:nvPr/>
        </p:nvSpPr>
        <p:spPr>
          <a:xfrm>
            <a:off x="411480" y="1817370"/>
            <a:ext cx="2628900" cy="171450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6" name="Text 4"/>
          <p:cNvSpPr/>
          <p:nvPr/>
        </p:nvSpPr>
        <p:spPr>
          <a:xfrm>
            <a:off x="582930" y="1954530"/>
            <a:ext cx="22860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Recursos propios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7220" y="2331720"/>
            <a:ext cx="22174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Consultores y arquitectos certificados en Azure.</a:t>
            </a:r>
            <a:endParaRPr lang="en-US" sz="900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dedicado a tu proyecto con trato directo.</a:t>
            </a:r>
            <a:endParaRPr lang="en-US" sz="900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Cercanía, agilidad y acompañamiento constante.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46120" y="1817370"/>
            <a:ext cx="2628900" cy="171450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9" name="Text 7"/>
          <p:cNvSpPr/>
          <p:nvPr/>
        </p:nvSpPr>
        <p:spPr>
          <a:xfrm>
            <a:off x="3417570" y="1954530"/>
            <a:ext cx="22860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tercerizado / mixto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51860" y="2331720"/>
            <a:ext cx="22174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tecnológicos especializados bajo nuestra gestión.</a:t>
            </a:r>
            <a:endParaRPr lang="en-US" sz="900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Escalamos el equipo según la demanda del proyecto.</a:t>
            </a:r>
            <a:endParaRPr lang="en-US" sz="900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perfiles muy específicos o proyectos grandes.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80760" y="1817370"/>
            <a:ext cx="2628900" cy="171450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12" name="Text 10"/>
          <p:cNvSpPr/>
          <p:nvPr/>
        </p:nvSpPr>
        <p:spPr>
          <a:xfrm>
            <a:off x="6252210" y="1954530"/>
            <a:ext cx="22860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Servicios administrados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86500" y="2331720"/>
            <a:ext cx="22174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continua con SLAs por severidad.</a:t>
            </a:r>
            <a:endParaRPr lang="en-US" sz="900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por suscripción mensual predecible.</a:t>
            </a:r>
            <a:endParaRPr lang="en-US" sz="900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ejecutivos y mejora continua.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3703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139B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Esquemas de soporte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4149090"/>
            <a:ext cx="82296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411480" y="4046220"/>
            <a:ext cx="8298180" cy="788670"/>
          </a:xfrm>
          <a:prstGeom prst="rect">
            <a:avLst/>
          </a:prstGeom>
          <a:solidFill>
            <a:srgbClr val="FFFFFF"/>
          </a:solidFill>
          <a:ln w="1905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19" name="Text 17"/>
          <p:cNvSpPr/>
          <p:nvPr/>
        </p:nvSpPr>
        <p:spPr>
          <a:xfrm>
            <a:off x="685800" y="4149090"/>
            <a:ext cx="82296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139B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24x7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460409" y="4149090"/>
            <a:ext cx="7146381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continua todos los días,  SLAs por severidad y guardias activas. Recomendado para cargas operativas críticas.  Todo desarrollado y alineado a los frameworks de Microsoft con base en las mejores </a:t>
            </a:r>
            <a:r>
              <a:rPr lang="en-US" sz="900" dirty="0" err="1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prácticas</a:t>
            </a: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industria 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435340" y="4869180"/>
            <a:ext cx="4800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25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288CBE-B812-46D7-00B1-868C34C11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7C1D38A4-C5BE-AD5B-A27F-3AD6B5455A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9543506"/>
              </p:ext>
            </p:extLst>
          </p:nvPr>
        </p:nvGraphicFramePr>
        <p:xfrm>
          <a:off x="1141082" y="-2771"/>
          <a:ext cx="6977172" cy="90214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6977172">
                  <a:extLst>
                    <a:ext uri="{9D8B030D-6E8A-4147-A177-3AD203B41FA5}">
                      <a16:colId xmlns:a16="http://schemas.microsoft.com/office/drawing/2014/main" val="1627321394"/>
                    </a:ext>
                  </a:extLst>
                </a:gridCol>
              </a:tblGrid>
              <a:tr h="902140">
                <a:tc>
                  <a:txBody>
                    <a:bodyPr/>
                    <a:lstStyle/>
                    <a:p>
                      <a:pPr algn="ctr"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700" b="1" dirty="0">
                          <a:effectLst/>
                        </a:rPr>
                        <a:t>PROPUESTA DE SERVICIOS</a:t>
                      </a:r>
                    </a:p>
                    <a:p>
                      <a:pPr algn="ctr"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1800" b="1" dirty="0">
                          <a:solidFill>
                            <a:schemeClr val="accent1"/>
                          </a:solidFill>
                          <a:effectLst/>
                        </a:rPr>
                        <a:t>Microsoft Azure</a:t>
                      </a:r>
                      <a:endParaRPr lang="es-MX" sz="700" b="1" dirty="0">
                        <a:solidFill>
                          <a:schemeClr val="accent1"/>
                        </a:solidFill>
                        <a:effectLst/>
                      </a:endParaRPr>
                    </a:p>
                    <a:p>
                      <a:pPr algn="ctr">
                        <a:lnSpc>
                          <a:spcPct val="104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MX" sz="800" b="1" i="1" dirty="0">
                          <a:effectLst/>
                        </a:rPr>
                        <a:t>Servicios alineados al Cloud Adoption Framework (CAF).</a:t>
                      </a:r>
                      <a:endParaRPr lang="es-MX" sz="700" b="1" i="1" dirty="0">
                        <a:effectLst/>
                      </a:endParaRPr>
                    </a:p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lang="es-MX" sz="600" dirty="0">
                          <a:effectLst/>
                        </a:rPr>
                        <a:t>Estrategia | Plan | Listo | Adopción | Gobierno | Administración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52400" marR="152400" marT="95417" marB="95417"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870781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ED74A20D-3755-7053-A0FC-74636FE7B345}"/>
              </a:ext>
            </a:extLst>
          </p:cNvPr>
          <p:cNvSpPr txBox="1"/>
          <p:nvPr/>
        </p:nvSpPr>
        <p:spPr>
          <a:xfrm>
            <a:off x="1074360" y="892332"/>
            <a:ext cx="60948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  <a:buNone/>
            </a:pPr>
            <a:r>
              <a:rPr lang="es-MX" sz="9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¿POR QUÉ AZURE?</a:t>
            </a: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A29AD682-970F-8C39-7CD0-84932514DE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954266"/>
              </p:ext>
            </p:extLst>
          </p:nvPr>
        </p:nvGraphicFramePr>
        <p:xfrm>
          <a:off x="1147856" y="1081245"/>
          <a:ext cx="6981757" cy="773689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180566">
                  <a:extLst>
                    <a:ext uri="{9D8B030D-6E8A-4147-A177-3AD203B41FA5}">
                      <a16:colId xmlns:a16="http://schemas.microsoft.com/office/drawing/2014/main" val="1894141603"/>
                    </a:ext>
                  </a:extLst>
                </a:gridCol>
                <a:gridCol w="205575">
                  <a:extLst>
                    <a:ext uri="{9D8B030D-6E8A-4147-A177-3AD203B41FA5}">
                      <a16:colId xmlns:a16="http://schemas.microsoft.com/office/drawing/2014/main" val="2891747635"/>
                    </a:ext>
                  </a:extLst>
                </a:gridCol>
                <a:gridCol w="2180566">
                  <a:extLst>
                    <a:ext uri="{9D8B030D-6E8A-4147-A177-3AD203B41FA5}">
                      <a16:colId xmlns:a16="http://schemas.microsoft.com/office/drawing/2014/main" val="340390749"/>
                    </a:ext>
                  </a:extLst>
                </a:gridCol>
                <a:gridCol w="234484">
                  <a:extLst>
                    <a:ext uri="{9D8B030D-6E8A-4147-A177-3AD203B41FA5}">
                      <a16:colId xmlns:a16="http://schemas.microsoft.com/office/drawing/2014/main" val="3079344742"/>
                    </a:ext>
                  </a:extLst>
                </a:gridCol>
                <a:gridCol w="2180566">
                  <a:extLst>
                    <a:ext uri="{9D8B030D-6E8A-4147-A177-3AD203B41FA5}">
                      <a16:colId xmlns:a16="http://schemas.microsoft.com/office/drawing/2014/main" val="2287198491"/>
                    </a:ext>
                  </a:extLst>
                </a:gridCol>
              </a:tblGrid>
              <a:tr h="773689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700" b="1" dirty="0">
                          <a:effectLst/>
                        </a:rPr>
                        <a:t>Velocidad</a:t>
                      </a:r>
                    </a:p>
                    <a:p>
                      <a:pPr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1300" b="1" dirty="0">
                          <a:solidFill>
                            <a:schemeClr val="accent1"/>
                          </a:solidFill>
                          <a:effectLst/>
                        </a:rPr>
                        <a:t>Minutos</a:t>
                      </a:r>
                      <a:endParaRPr lang="es-MX" sz="700" b="1" dirty="0">
                        <a:solidFill>
                          <a:schemeClr val="accent1"/>
                        </a:solidFill>
                        <a:effectLst/>
                      </a:endParaRPr>
                    </a:p>
                    <a:p>
                      <a:pPr algn="just">
                        <a:lnSpc>
                          <a:spcPct val="108000"/>
                        </a:lnSpc>
                        <a:buNone/>
                      </a:pPr>
                      <a:r>
                        <a:rPr lang="es-MX" sz="500" dirty="0">
                          <a:effectLst/>
                        </a:rPr>
                        <a:t>Aprovisionar ambientes, escalar y lanzar servicios. Antes se desarrollaban en semanas o meses.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1600" marR="101600" marT="66792" marB="66792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lang="es-MX" sz="700" dirty="0">
                          <a:effectLst/>
                        </a:rPr>
                        <a:t> 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88900" marR="88900" marT="47708" marB="47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700" b="1" dirty="0">
                          <a:effectLst/>
                        </a:rPr>
                        <a:t>Seguridad</a:t>
                      </a:r>
                    </a:p>
                    <a:p>
                      <a:pPr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1100" b="1" dirty="0">
                          <a:solidFill>
                            <a:schemeClr val="accent1"/>
                          </a:solidFill>
                          <a:effectLst/>
                        </a:rPr>
                        <a:t>Más de 100 Certificaciones</a:t>
                      </a:r>
                    </a:p>
                    <a:p>
                      <a:pPr algn="just">
                        <a:lnSpc>
                          <a:spcPct val="108000"/>
                        </a:lnSpc>
                        <a:buNone/>
                      </a:pPr>
                      <a:r>
                        <a:rPr lang="es-MX" sz="500" dirty="0">
                          <a:effectLst/>
                        </a:rPr>
                        <a:t>Cumplimiento internacional y una inversión de Microsoft, mayor a 1,000 M USD/año en ciberseguridad.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1600" marR="101600" marT="66792" marB="66792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lang="es-MX" sz="700" dirty="0">
                          <a:effectLst/>
                        </a:rPr>
                        <a:t> 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88900" marR="88900" marT="47708" marB="47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700" b="1" dirty="0">
                          <a:effectLst/>
                        </a:rPr>
                        <a:t>Innovación</a:t>
                      </a:r>
                    </a:p>
                    <a:p>
                      <a:pPr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1300" b="1" dirty="0">
                          <a:solidFill>
                            <a:schemeClr val="accent1"/>
                          </a:solidFill>
                          <a:effectLst/>
                        </a:rPr>
                        <a:t>IA Nativa</a:t>
                      </a:r>
                      <a:endParaRPr lang="es-MX" sz="700" b="1" dirty="0">
                        <a:solidFill>
                          <a:schemeClr val="accent1"/>
                        </a:solidFill>
                        <a:effectLst/>
                      </a:endParaRPr>
                    </a:p>
                    <a:p>
                      <a:pPr algn="just">
                        <a:lnSpc>
                          <a:spcPct val="108000"/>
                        </a:lnSpc>
                        <a:buNone/>
                      </a:pPr>
                      <a:r>
                        <a:rPr lang="es-MX" sz="500" dirty="0">
                          <a:effectLst/>
                        </a:rPr>
                        <a:t>Azure </a:t>
                      </a:r>
                      <a:r>
                        <a:rPr lang="es-MX" sz="500" dirty="0" err="1">
                          <a:effectLst/>
                        </a:rPr>
                        <a:t>OpenAI</a:t>
                      </a:r>
                      <a:r>
                        <a:rPr lang="es-MX" sz="500" dirty="0">
                          <a:effectLst/>
                        </a:rPr>
                        <a:t>, </a:t>
                      </a:r>
                      <a:r>
                        <a:rPr lang="es-MX" sz="500" dirty="0" err="1">
                          <a:effectLst/>
                        </a:rPr>
                        <a:t>Copilot</a:t>
                      </a:r>
                      <a:r>
                        <a:rPr lang="es-MX" sz="500" dirty="0">
                          <a:effectLst/>
                        </a:rPr>
                        <a:t>, análisis de datos y automatización listos para el negocio.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1600" marR="101600" marT="66792" marB="66792"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7550216"/>
                  </a:ext>
                </a:extLst>
              </a:tr>
            </a:tbl>
          </a:graphicData>
        </a:graphic>
      </p:graphicFrame>
      <p:sp>
        <p:nvSpPr>
          <p:cNvPr id="9" name="CuadroTexto 8">
            <a:extLst>
              <a:ext uri="{FF2B5EF4-FFF2-40B4-BE49-F238E27FC236}">
                <a16:creationId xmlns:a16="http://schemas.microsoft.com/office/drawing/2014/main" id="{8AEA6443-6D89-4D97-75F1-89D10328FCC5}"/>
              </a:ext>
            </a:extLst>
          </p:cNvPr>
          <p:cNvSpPr txBox="1"/>
          <p:nvPr/>
        </p:nvSpPr>
        <p:spPr>
          <a:xfrm>
            <a:off x="1087515" y="1837056"/>
            <a:ext cx="60948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  <a:buNone/>
            </a:pPr>
            <a:r>
              <a:rPr lang="es-MX" sz="9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NUESTRO MARCO METODOLÓGICO  </a:t>
            </a:r>
            <a:r>
              <a:rPr lang="es-MX" sz="900" b="1" dirty="0">
                <a:latin typeface="Calibri" panose="020F0502020204030204" pitchFamily="34" charset="0"/>
                <a:ea typeface="Calibri" panose="020F0502020204030204" pitchFamily="34" charset="0"/>
              </a:rPr>
              <a:t>|</a:t>
            </a:r>
            <a:r>
              <a:rPr lang="es-MX" sz="9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CLOUD ADOPTION FRAMEWORK</a:t>
            </a:r>
          </a:p>
        </p:txBody>
      </p: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F5FE2E0E-6895-1241-CE2B-712D588A5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857243"/>
              </p:ext>
            </p:extLst>
          </p:nvPr>
        </p:nvGraphicFramePr>
        <p:xfrm>
          <a:off x="1141083" y="2009679"/>
          <a:ext cx="6981758" cy="514726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994293">
                  <a:extLst>
                    <a:ext uri="{9D8B030D-6E8A-4147-A177-3AD203B41FA5}">
                      <a16:colId xmlns:a16="http://schemas.microsoft.com/office/drawing/2014/main" val="550260053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374910107"/>
                    </a:ext>
                  </a:extLst>
                </a:gridCol>
                <a:gridCol w="994293">
                  <a:extLst>
                    <a:ext uri="{9D8B030D-6E8A-4147-A177-3AD203B41FA5}">
                      <a16:colId xmlns:a16="http://schemas.microsoft.com/office/drawing/2014/main" val="2137222917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310937144"/>
                    </a:ext>
                  </a:extLst>
                </a:gridCol>
                <a:gridCol w="994293">
                  <a:extLst>
                    <a:ext uri="{9D8B030D-6E8A-4147-A177-3AD203B41FA5}">
                      <a16:colId xmlns:a16="http://schemas.microsoft.com/office/drawing/2014/main" val="1058249377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4195038248"/>
                    </a:ext>
                  </a:extLst>
                </a:gridCol>
                <a:gridCol w="994293">
                  <a:extLst>
                    <a:ext uri="{9D8B030D-6E8A-4147-A177-3AD203B41FA5}">
                      <a16:colId xmlns:a16="http://schemas.microsoft.com/office/drawing/2014/main" val="3535460617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466917767"/>
                    </a:ext>
                  </a:extLst>
                </a:gridCol>
                <a:gridCol w="994293">
                  <a:extLst>
                    <a:ext uri="{9D8B030D-6E8A-4147-A177-3AD203B41FA5}">
                      <a16:colId xmlns:a16="http://schemas.microsoft.com/office/drawing/2014/main" val="4261572550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318708458"/>
                    </a:ext>
                  </a:extLst>
                </a:gridCol>
                <a:gridCol w="994293">
                  <a:extLst>
                    <a:ext uri="{9D8B030D-6E8A-4147-A177-3AD203B41FA5}">
                      <a16:colId xmlns:a16="http://schemas.microsoft.com/office/drawing/2014/main" val="3307841198"/>
                    </a:ext>
                  </a:extLst>
                </a:gridCol>
              </a:tblGrid>
              <a:tr h="514726">
                <a:tc>
                  <a:txBody>
                    <a:bodyPr/>
                    <a:lstStyle/>
                    <a:p>
                      <a:pPr algn="ctr"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800" b="1" dirty="0">
                          <a:solidFill>
                            <a:schemeClr val="accent1"/>
                          </a:solidFill>
                          <a:effectLst/>
                        </a:rPr>
                        <a:t>01</a:t>
                      </a:r>
                      <a:endParaRPr lang="es-MX" sz="700" b="1" dirty="0">
                        <a:solidFill>
                          <a:schemeClr val="accent1"/>
                        </a:solidFill>
                        <a:effectLst/>
                      </a:endParaRPr>
                    </a:p>
                    <a:p>
                      <a:pPr algn="ctr"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500" b="1" dirty="0">
                          <a:effectLst/>
                        </a:rPr>
                        <a:t>Estrategia</a:t>
                      </a:r>
                      <a:endParaRPr lang="es-MX" sz="700" b="1" dirty="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s-MX" sz="500" dirty="0">
                          <a:effectLst/>
                        </a:rPr>
                        <a:t>Alinear la nube con los objetivos del negocio.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8100" marR="38100" marT="47708" marB="47708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lang="es-MX" sz="700" dirty="0">
                          <a:effectLst/>
                        </a:rPr>
                        <a:t> 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88900" marR="88900" marT="47708" marB="47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800" b="1" dirty="0">
                          <a:solidFill>
                            <a:schemeClr val="accent1"/>
                          </a:solidFill>
                          <a:effectLst/>
                        </a:rPr>
                        <a:t>02</a:t>
                      </a:r>
                      <a:endParaRPr lang="es-MX" sz="700" b="1" dirty="0">
                        <a:solidFill>
                          <a:schemeClr val="accent1"/>
                        </a:solidFill>
                        <a:effectLst/>
                      </a:endParaRPr>
                    </a:p>
                    <a:p>
                      <a:pPr algn="ctr"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500" b="1" dirty="0">
                          <a:effectLst/>
                        </a:rPr>
                        <a:t>Plan</a:t>
                      </a:r>
                      <a:endParaRPr lang="es-MX" sz="700" b="1" dirty="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s-MX" sz="500" dirty="0">
                          <a:effectLst/>
                        </a:rPr>
                        <a:t>Descubrimiento, business case y roadmap.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8100" marR="38100" marT="47708" marB="47708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lang="es-MX" sz="700" dirty="0">
                          <a:effectLst/>
                        </a:rPr>
                        <a:t> 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88900" marR="88900" marT="47708" marB="47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800" b="1" dirty="0">
                          <a:solidFill>
                            <a:schemeClr val="accent1"/>
                          </a:solidFill>
                          <a:effectLst/>
                        </a:rPr>
                        <a:t>03</a:t>
                      </a:r>
                      <a:endParaRPr lang="es-MX" sz="700" b="1" dirty="0">
                        <a:solidFill>
                          <a:schemeClr val="accent1"/>
                        </a:solidFill>
                        <a:effectLst/>
                      </a:endParaRPr>
                    </a:p>
                    <a:p>
                      <a:pPr algn="ctr"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500" b="1" dirty="0">
                          <a:effectLst/>
                        </a:rPr>
                        <a:t>Listo</a:t>
                      </a:r>
                      <a:endParaRPr lang="es-MX" sz="700" b="1" dirty="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s-MX" sz="500" dirty="0">
                          <a:effectLst/>
                        </a:rPr>
                        <a:t>Landing Zone lista para recibir cargas.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8100" marR="38100" marT="47708" marB="47708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lang="es-MX" sz="700" dirty="0">
                          <a:effectLst/>
                        </a:rPr>
                        <a:t> 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88900" marR="88900" marT="47708" marB="47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800" b="1" dirty="0">
                          <a:solidFill>
                            <a:schemeClr val="accent1"/>
                          </a:solidFill>
                          <a:effectLst/>
                        </a:rPr>
                        <a:t>04</a:t>
                      </a:r>
                      <a:endParaRPr lang="es-MX" sz="700" b="1" dirty="0">
                        <a:solidFill>
                          <a:schemeClr val="accent1"/>
                        </a:solidFill>
                        <a:effectLst/>
                      </a:endParaRPr>
                    </a:p>
                    <a:p>
                      <a:pPr algn="ctr"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500" b="1" dirty="0">
                          <a:effectLst/>
                        </a:rPr>
                        <a:t>Adoptar</a:t>
                      </a:r>
                      <a:endParaRPr lang="es-MX" sz="700" b="1" dirty="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s-MX" sz="500" dirty="0">
                          <a:effectLst/>
                        </a:rPr>
                        <a:t>Migrar, modernizar e innovar.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8100" marR="38100" marT="47708" marB="47708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lang="es-MX" sz="700" dirty="0">
                          <a:effectLst/>
                        </a:rPr>
                        <a:t> 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88900" marR="88900" marT="47708" marB="47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800" b="1" dirty="0">
                          <a:solidFill>
                            <a:schemeClr val="accent1"/>
                          </a:solidFill>
                          <a:effectLst/>
                        </a:rPr>
                        <a:t>05</a:t>
                      </a:r>
                      <a:endParaRPr lang="es-MX" sz="700" b="1" dirty="0">
                        <a:solidFill>
                          <a:schemeClr val="accent1"/>
                        </a:solidFill>
                        <a:effectLst/>
                      </a:endParaRPr>
                    </a:p>
                    <a:p>
                      <a:pPr algn="ctr"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500" b="1" dirty="0">
                          <a:effectLst/>
                        </a:rPr>
                        <a:t>Gobierno</a:t>
                      </a:r>
                      <a:endParaRPr lang="es-MX" sz="700" b="1" dirty="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s-MX" sz="500" dirty="0">
                          <a:effectLst/>
                        </a:rPr>
                        <a:t>Políticas, control de costos, cumplimiento.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8100" marR="38100" marT="47708" marB="47708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lang="es-MX" sz="700" dirty="0">
                          <a:effectLst/>
                        </a:rPr>
                        <a:t> 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88900" marR="88900" marT="47708" marB="47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800" b="1" dirty="0">
                          <a:solidFill>
                            <a:schemeClr val="accent1"/>
                          </a:solidFill>
                          <a:effectLst/>
                        </a:rPr>
                        <a:t>06</a:t>
                      </a:r>
                      <a:endParaRPr lang="es-MX" sz="700" b="1" dirty="0">
                        <a:solidFill>
                          <a:schemeClr val="accent1"/>
                        </a:solidFill>
                        <a:effectLst/>
                      </a:endParaRPr>
                    </a:p>
                    <a:p>
                      <a:pPr algn="ctr"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500" b="1" dirty="0">
                          <a:effectLst/>
                        </a:rPr>
                        <a:t>Seguridad y Administración</a:t>
                      </a:r>
                      <a:endParaRPr lang="es-MX" sz="700" b="1" dirty="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s-MX" sz="500" dirty="0">
                          <a:effectLst/>
                        </a:rPr>
                        <a:t>Seguridad y operación 24/7.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8100" marR="38100" marT="47708" marB="47708"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677421"/>
                  </a:ext>
                </a:extLst>
              </a:tr>
            </a:tbl>
          </a:graphicData>
        </a:graphic>
      </p:graphicFrame>
      <p:sp>
        <p:nvSpPr>
          <p:cNvPr id="13" name="CuadroTexto 12">
            <a:extLst>
              <a:ext uri="{FF2B5EF4-FFF2-40B4-BE49-F238E27FC236}">
                <a16:creationId xmlns:a16="http://schemas.microsoft.com/office/drawing/2014/main" id="{93CDE8F6-2115-9E2C-BFE4-B19CB244D92B}"/>
              </a:ext>
            </a:extLst>
          </p:cNvPr>
          <p:cNvSpPr txBox="1"/>
          <p:nvPr/>
        </p:nvSpPr>
        <p:spPr>
          <a:xfrm>
            <a:off x="1080783" y="2476700"/>
            <a:ext cx="60948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  <a:buNone/>
            </a:pPr>
            <a:r>
              <a:rPr lang="es-MX" sz="9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NUESTROS PAQUETES DE SERVICIOS C3NTRO TELECOM</a:t>
            </a:r>
          </a:p>
        </p:txBody>
      </p:sp>
      <p:graphicFrame>
        <p:nvGraphicFramePr>
          <p:cNvPr id="15" name="Tabla 14">
            <a:extLst>
              <a:ext uri="{FF2B5EF4-FFF2-40B4-BE49-F238E27FC236}">
                <a16:creationId xmlns:a16="http://schemas.microsoft.com/office/drawing/2014/main" id="{D22975B4-3E7A-3F3B-658A-EA8BA35A6D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0237061"/>
              </p:ext>
            </p:extLst>
          </p:nvPr>
        </p:nvGraphicFramePr>
        <p:xfrm>
          <a:off x="1147856" y="2646228"/>
          <a:ext cx="6981758" cy="165026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387479">
                  <a:extLst>
                    <a:ext uri="{9D8B030D-6E8A-4147-A177-3AD203B41FA5}">
                      <a16:colId xmlns:a16="http://schemas.microsoft.com/office/drawing/2014/main" val="4042018893"/>
                    </a:ext>
                  </a:extLst>
                </a:gridCol>
                <a:gridCol w="206800">
                  <a:extLst>
                    <a:ext uri="{9D8B030D-6E8A-4147-A177-3AD203B41FA5}">
                      <a16:colId xmlns:a16="http://schemas.microsoft.com/office/drawing/2014/main" val="3155009033"/>
                    </a:ext>
                  </a:extLst>
                </a:gridCol>
                <a:gridCol w="3387479">
                  <a:extLst>
                    <a:ext uri="{9D8B030D-6E8A-4147-A177-3AD203B41FA5}">
                      <a16:colId xmlns:a16="http://schemas.microsoft.com/office/drawing/2014/main" val="1146325721"/>
                    </a:ext>
                  </a:extLst>
                </a:gridCol>
              </a:tblGrid>
              <a:tr h="866148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MX" sz="500" b="1" dirty="0">
                          <a:solidFill>
                            <a:schemeClr val="accent1"/>
                          </a:solidFill>
                          <a:effectLst/>
                        </a:rPr>
                        <a:t>PAQUETE 01  ·  MIGRACIÓN A AZURE</a:t>
                      </a:r>
                    </a:p>
                    <a:p>
                      <a:pPr>
                        <a:lnSpc>
                          <a:spcPct val="108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s-MX" sz="500" b="1" dirty="0">
                          <a:effectLst/>
                        </a:rPr>
                        <a:t>Onboarding, desde </a:t>
                      </a:r>
                      <a:r>
                        <a:rPr lang="es-MX" sz="500" b="1" dirty="0" err="1">
                          <a:effectLst/>
                        </a:rPr>
                        <a:t>on</a:t>
                      </a:r>
                      <a:r>
                        <a:rPr lang="es-MX" sz="500" b="1" dirty="0">
                          <a:effectLst/>
                        </a:rPr>
                        <a:t>-premises o desde otra nube. Un mismo destino.</a:t>
                      </a:r>
                      <a:endParaRPr lang="es-MX" sz="700" b="1" dirty="0">
                        <a:effectLst/>
                      </a:endParaRPr>
                    </a:p>
                    <a:p>
                      <a:pPr marL="127000" indent="-127000">
                        <a:spcAft>
                          <a:spcPts val="200"/>
                        </a:spcAft>
                        <a:buNone/>
                      </a:pPr>
                      <a:r>
                        <a:rPr lang="es-MX" sz="500" dirty="0">
                          <a:effectLst/>
                        </a:rPr>
                        <a:t>• </a:t>
                      </a:r>
                      <a:r>
                        <a:rPr lang="es-MX" sz="500" dirty="0" err="1">
                          <a:effectLst/>
                        </a:rPr>
                        <a:t>Assessment</a:t>
                      </a:r>
                      <a:r>
                        <a:rPr lang="es-MX" sz="500" dirty="0">
                          <a:effectLst/>
                        </a:rPr>
                        <a:t>, business case y roadmap por olas.</a:t>
                      </a:r>
                      <a:endParaRPr lang="es-MX" sz="700" dirty="0">
                        <a:effectLst/>
                      </a:endParaRPr>
                    </a:p>
                    <a:p>
                      <a:pPr marL="127000" indent="-127000">
                        <a:spcAft>
                          <a:spcPts val="200"/>
                        </a:spcAft>
                        <a:buNone/>
                      </a:pPr>
                      <a:r>
                        <a:rPr lang="es-MX" sz="500" dirty="0">
                          <a:effectLst/>
                        </a:rPr>
                        <a:t>• Landing Zone segura y estandarizada.</a:t>
                      </a:r>
                      <a:endParaRPr lang="es-MX" sz="700" dirty="0">
                        <a:effectLst/>
                      </a:endParaRPr>
                    </a:p>
                    <a:p>
                      <a:pPr marL="127000" indent="-127000">
                        <a:spcAft>
                          <a:spcPts val="200"/>
                        </a:spcAft>
                        <a:buNone/>
                      </a:pPr>
                      <a:r>
                        <a:rPr lang="es-MX" sz="500" dirty="0">
                          <a:effectLst/>
                        </a:rPr>
                        <a:t>• Ejecución </a:t>
                      </a:r>
                      <a:r>
                        <a:rPr lang="es-MX" sz="500" dirty="0" err="1">
                          <a:effectLst/>
                        </a:rPr>
                        <a:t>rehost</a:t>
                      </a:r>
                      <a:r>
                        <a:rPr lang="es-MX" sz="500" dirty="0">
                          <a:effectLst/>
                        </a:rPr>
                        <a:t> / </a:t>
                      </a:r>
                      <a:r>
                        <a:rPr lang="es-MX" sz="500" dirty="0" err="1">
                          <a:effectLst/>
                        </a:rPr>
                        <a:t>refactor</a:t>
                      </a:r>
                      <a:r>
                        <a:rPr lang="es-MX" sz="500" dirty="0">
                          <a:effectLst/>
                        </a:rPr>
                        <a:t> / </a:t>
                      </a:r>
                      <a:r>
                        <a:rPr lang="es-MX" sz="500" dirty="0" err="1">
                          <a:effectLst/>
                        </a:rPr>
                        <a:t>replace</a:t>
                      </a:r>
                      <a:r>
                        <a:rPr lang="es-MX" sz="500" dirty="0">
                          <a:effectLst/>
                        </a:rPr>
                        <a:t> / retire </a:t>
                      </a:r>
                      <a:r>
                        <a:rPr lang="es-MX" sz="5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s-MX" sz="5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rebuild</a:t>
                      </a:r>
                      <a:r>
                        <a:rPr lang="es-MX" sz="5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/</a:t>
                      </a:r>
                      <a:r>
                        <a:rPr lang="es-MX" sz="5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rearchitect</a:t>
                      </a:r>
                      <a:r>
                        <a:rPr lang="es-MX" sz="5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127000" indent="-127000">
                        <a:spcAft>
                          <a:spcPts val="200"/>
                        </a:spcAft>
                        <a:buNone/>
                      </a:pPr>
                      <a:r>
                        <a:rPr lang="es-MX" sz="500" dirty="0">
                          <a:effectLst/>
                        </a:rPr>
                        <a:t>• Optimización continua </a:t>
                      </a:r>
                      <a:r>
                        <a:rPr lang="es-MX" sz="500" dirty="0" err="1">
                          <a:effectLst/>
                        </a:rPr>
                        <a:t>post-migración</a:t>
                      </a:r>
                      <a:r>
                        <a:rPr lang="es-MX" sz="500" dirty="0">
                          <a:effectLst/>
                        </a:rPr>
                        <a:t> (</a:t>
                      </a:r>
                      <a:r>
                        <a:rPr lang="es-MX" sz="500" dirty="0" err="1">
                          <a:effectLst/>
                        </a:rPr>
                        <a:t>FinOps</a:t>
                      </a:r>
                      <a:r>
                        <a:rPr lang="es-MX" sz="500" dirty="0">
                          <a:effectLst/>
                        </a:rPr>
                        <a:t>).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14300" marR="114300" marT="76334" marB="76334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lang="es-MX" sz="700" dirty="0">
                          <a:effectLst/>
                        </a:rPr>
                        <a:t> 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88900" marR="88900" marT="47708" marB="47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MX" sz="500" b="1" dirty="0">
                          <a:solidFill>
                            <a:schemeClr val="accent1"/>
                          </a:solidFill>
                          <a:effectLst/>
                        </a:rPr>
                        <a:t>PAQUETE 02  ·  DRP EN AZURE</a:t>
                      </a:r>
                    </a:p>
                    <a:p>
                      <a:pPr>
                        <a:lnSpc>
                          <a:spcPct val="108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s-MX" sz="500" b="1" dirty="0">
                          <a:effectLst/>
                        </a:rPr>
                        <a:t>Continuidad garantizada de acuerdo a los alcances,  sin data center alterno físico.</a:t>
                      </a:r>
                      <a:endParaRPr lang="es-MX" sz="700" b="1" dirty="0">
                        <a:effectLst/>
                      </a:endParaRPr>
                    </a:p>
                    <a:p>
                      <a:pPr marL="127000" indent="-127000">
                        <a:spcAft>
                          <a:spcPts val="200"/>
                        </a:spcAft>
                        <a:buNone/>
                      </a:pPr>
                      <a:r>
                        <a:rPr lang="es-MX" sz="500" dirty="0">
                          <a:effectLst/>
                        </a:rPr>
                        <a:t>• BIA, definición de RTO/RPO por servicio.</a:t>
                      </a:r>
                      <a:endParaRPr lang="es-MX" sz="700" dirty="0">
                        <a:effectLst/>
                      </a:endParaRPr>
                    </a:p>
                    <a:p>
                      <a:pPr marL="127000" indent="-127000">
                        <a:spcAft>
                          <a:spcPts val="200"/>
                        </a:spcAft>
                        <a:buNone/>
                      </a:pPr>
                      <a:r>
                        <a:rPr lang="es-MX" sz="500" dirty="0">
                          <a:effectLst/>
                        </a:rPr>
                        <a:t>• Azure Site </a:t>
                      </a:r>
                      <a:r>
                        <a:rPr lang="es-MX" sz="500" dirty="0" err="1">
                          <a:effectLst/>
                        </a:rPr>
                        <a:t>Recovery</a:t>
                      </a:r>
                      <a:r>
                        <a:rPr lang="es-MX" sz="500" dirty="0">
                          <a:effectLst/>
                        </a:rPr>
                        <a:t> + Azure Backup inmutable.</a:t>
                      </a:r>
                      <a:endParaRPr lang="es-MX" sz="700" dirty="0">
                        <a:effectLst/>
                      </a:endParaRPr>
                    </a:p>
                    <a:p>
                      <a:pPr marL="127000" indent="-127000">
                        <a:spcAft>
                          <a:spcPts val="200"/>
                        </a:spcAft>
                        <a:buNone/>
                      </a:pPr>
                      <a:r>
                        <a:rPr lang="es-MX" sz="500" dirty="0">
                          <a:effectLst/>
                        </a:rPr>
                        <a:t>• </a:t>
                      </a:r>
                      <a:r>
                        <a:rPr lang="es-MX" sz="500" dirty="0" err="1">
                          <a:effectLst/>
                        </a:rPr>
                        <a:t>Runbooks</a:t>
                      </a:r>
                      <a:r>
                        <a:rPr lang="es-MX" sz="500" dirty="0">
                          <a:effectLst/>
                        </a:rPr>
                        <a:t> y pruebas de </a:t>
                      </a:r>
                      <a:r>
                        <a:rPr lang="es-MX" sz="500" dirty="0" err="1">
                          <a:effectLst/>
                        </a:rPr>
                        <a:t>failover</a:t>
                      </a:r>
                      <a:r>
                        <a:rPr lang="es-MX" sz="500" dirty="0">
                          <a:effectLst/>
                        </a:rPr>
                        <a:t> no disruptivas.</a:t>
                      </a:r>
                      <a:endParaRPr lang="es-MX" sz="700" dirty="0">
                        <a:effectLst/>
                      </a:endParaRPr>
                    </a:p>
                    <a:p>
                      <a:pPr marL="127000" indent="-127000">
                        <a:spcAft>
                          <a:spcPts val="200"/>
                        </a:spcAft>
                        <a:buNone/>
                      </a:pPr>
                      <a:r>
                        <a:rPr lang="es-MX" sz="500" dirty="0">
                          <a:effectLst/>
                        </a:rPr>
                        <a:t>• Protección real contra </a:t>
                      </a:r>
                      <a:r>
                        <a:rPr lang="es-MX" sz="500" dirty="0" err="1">
                          <a:effectLst/>
                        </a:rPr>
                        <a:t>ransomware</a:t>
                      </a:r>
                      <a:r>
                        <a:rPr lang="es-MX" sz="500" dirty="0">
                          <a:effectLst/>
                        </a:rPr>
                        <a:t>.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14300" marR="114300" marT="76334" marB="76334"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2790902"/>
                  </a:ext>
                </a:extLst>
              </a:tr>
              <a:tr h="773403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MX" sz="500" b="1" dirty="0">
                          <a:solidFill>
                            <a:srgbClr val="0070C0"/>
                          </a:solidFill>
                          <a:effectLst/>
                        </a:rPr>
                        <a:t>PAQUETE 03  ·  VDI CON AZURE</a:t>
                      </a:r>
                    </a:p>
                    <a:p>
                      <a:pPr>
                        <a:lnSpc>
                          <a:spcPct val="108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s-MX" sz="500" b="1" dirty="0">
                          <a:effectLst/>
                        </a:rPr>
                        <a:t>Trabajo híbrido seguro con AVD y Windows 365.</a:t>
                      </a:r>
                      <a:endParaRPr lang="es-MX" sz="700" b="1" dirty="0">
                        <a:effectLst/>
                      </a:endParaRPr>
                    </a:p>
                    <a:p>
                      <a:pPr marL="127000" indent="-127000">
                        <a:spcAft>
                          <a:spcPts val="200"/>
                        </a:spcAft>
                        <a:buNone/>
                      </a:pPr>
                      <a:r>
                        <a:rPr lang="es-MX" sz="500" dirty="0">
                          <a:effectLst/>
                        </a:rPr>
                        <a:t>• Diseño e implementación de escritorios virtuales.</a:t>
                      </a:r>
                      <a:endParaRPr lang="es-MX" sz="700" dirty="0">
                        <a:effectLst/>
                      </a:endParaRPr>
                    </a:p>
                    <a:p>
                      <a:pPr marL="127000" indent="-127000">
                        <a:spcAft>
                          <a:spcPts val="200"/>
                        </a:spcAft>
                        <a:buNone/>
                      </a:pPr>
                      <a:r>
                        <a:rPr lang="es-MX" sz="500" dirty="0">
                          <a:effectLst/>
                        </a:rPr>
                        <a:t>• Integración con Entra ID, Intune y Defender.</a:t>
                      </a:r>
                      <a:endParaRPr lang="es-MX" sz="700" dirty="0">
                        <a:effectLst/>
                      </a:endParaRPr>
                    </a:p>
                    <a:p>
                      <a:pPr marL="127000" indent="-127000">
                        <a:spcAft>
                          <a:spcPts val="200"/>
                        </a:spcAft>
                        <a:buNone/>
                      </a:pPr>
                      <a:r>
                        <a:rPr lang="es-MX" sz="500" dirty="0">
                          <a:effectLst/>
                        </a:rPr>
                        <a:t>• </a:t>
                      </a:r>
                      <a:r>
                        <a:rPr lang="es-MX" sz="500" dirty="0" err="1">
                          <a:effectLst/>
                        </a:rPr>
                        <a:t>Copilot</a:t>
                      </a:r>
                      <a:r>
                        <a:rPr lang="es-MX" sz="500" dirty="0">
                          <a:effectLst/>
                        </a:rPr>
                        <a:t> y Microsoft 365 optimizados nativamente.</a:t>
                      </a:r>
                      <a:endParaRPr lang="es-MX" sz="700" dirty="0">
                        <a:effectLst/>
                      </a:endParaRPr>
                    </a:p>
                    <a:p>
                      <a:pPr marL="127000" indent="-127000">
                        <a:spcAft>
                          <a:spcPts val="200"/>
                        </a:spcAft>
                        <a:buNone/>
                      </a:pPr>
                      <a:r>
                        <a:rPr lang="es-MX" sz="500" dirty="0">
                          <a:effectLst/>
                        </a:rPr>
                        <a:t>• Onboarding de usuarios en minutos.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14300" marR="114300" marT="76334" marB="76334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lang="es-MX" sz="700" dirty="0">
                          <a:effectLst/>
                        </a:rPr>
                        <a:t> 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88900" marR="88900" marT="47708" marB="47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MX" sz="500" b="1" dirty="0">
                          <a:solidFill>
                            <a:srgbClr val="0070C0"/>
                          </a:solidFill>
                          <a:effectLst/>
                        </a:rPr>
                        <a:t>PAQUETE 04  ·  BACKUP PARA PYME</a:t>
                      </a:r>
                    </a:p>
                    <a:p>
                      <a:pPr>
                        <a:lnSpc>
                          <a:spcPct val="108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s-MX" sz="500" b="1" dirty="0">
                          <a:effectLst/>
                        </a:rPr>
                        <a:t>Respaldo integral con costo predecible y sin complejidad.</a:t>
                      </a:r>
                      <a:endParaRPr lang="es-MX" sz="700" b="1" dirty="0">
                        <a:effectLst/>
                      </a:endParaRPr>
                    </a:p>
                    <a:p>
                      <a:pPr marL="127000" indent="-127000">
                        <a:spcAft>
                          <a:spcPts val="200"/>
                        </a:spcAft>
                        <a:buNone/>
                      </a:pPr>
                      <a:r>
                        <a:rPr lang="es-MX" sz="500" dirty="0">
                          <a:effectLst/>
                        </a:rPr>
                        <a:t>• </a:t>
                      </a:r>
                      <a:r>
                        <a:rPr lang="es-MX" sz="500" dirty="0" err="1">
                          <a:effectLst/>
                        </a:rPr>
                        <a:t>VMs</a:t>
                      </a:r>
                      <a:r>
                        <a:rPr lang="es-MX" sz="500" dirty="0">
                          <a:effectLst/>
                        </a:rPr>
                        <a:t>, discos, bases de datos, redes y </a:t>
                      </a:r>
                      <a:r>
                        <a:rPr lang="es-MX" sz="500" dirty="0" err="1">
                          <a:effectLst/>
                        </a:rPr>
                        <a:t>VNets</a:t>
                      </a:r>
                      <a:r>
                        <a:rPr lang="es-MX" sz="500" dirty="0">
                          <a:effectLst/>
                        </a:rPr>
                        <a:t>.</a:t>
                      </a:r>
                      <a:endParaRPr lang="es-MX" sz="700" dirty="0">
                        <a:effectLst/>
                      </a:endParaRPr>
                    </a:p>
                    <a:p>
                      <a:pPr marL="127000" indent="-127000">
                        <a:spcAft>
                          <a:spcPts val="200"/>
                        </a:spcAft>
                        <a:buNone/>
                      </a:pPr>
                      <a:r>
                        <a:rPr lang="es-MX" sz="500" dirty="0">
                          <a:effectLst/>
                        </a:rPr>
                        <a:t>• M365: buzones, OneDrive, SharePoint, </a:t>
                      </a:r>
                      <a:r>
                        <a:rPr lang="es-MX" sz="500" dirty="0" err="1">
                          <a:effectLst/>
                        </a:rPr>
                        <a:t>Teams</a:t>
                      </a:r>
                      <a:r>
                        <a:rPr lang="es-MX" sz="500" dirty="0">
                          <a:effectLst/>
                        </a:rPr>
                        <a:t>.</a:t>
                      </a:r>
                      <a:endParaRPr lang="es-MX" sz="700" dirty="0">
                        <a:effectLst/>
                      </a:endParaRPr>
                    </a:p>
                    <a:p>
                      <a:pPr marL="127000" indent="-127000">
                        <a:spcAft>
                          <a:spcPts val="200"/>
                        </a:spcAft>
                        <a:buNone/>
                      </a:pPr>
                      <a:r>
                        <a:rPr lang="es-MX" sz="500" dirty="0">
                          <a:effectLst/>
                        </a:rPr>
                        <a:t>• Respaldos inmutables </a:t>
                      </a:r>
                      <a:r>
                        <a:rPr lang="es-MX" sz="500" dirty="0" err="1">
                          <a:effectLst/>
                        </a:rPr>
                        <a:t>anti-ransomware</a:t>
                      </a:r>
                      <a:r>
                        <a:rPr lang="es-MX" sz="500" dirty="0">
                          <a:effectLst/>
                        </a:rPr>
                        <a:t>.</a:t>
                      </a:r>
                      <a:endParaRPr lang="es-MX" sz="700" dirty="0">
                        <a:effectLst/>
                      </a:endParaRPr>
                    </a:p>
                    <a:p>
                      <a:pPr marL="127000" indent="-127000">
                        <a:spcAft>
                          <a:spcPts val="200"/>
                        </a:spcAft>
                        <a:buNone/>
                      </a:pPr>
                      <a:r>
                        <a:rPr lang="es-MX" sz="500" dirty="0">
                          <a:effectLst/>
                        </a:rPr>
                        <a:t>• Restauración asistida y pruebas periódicas.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14300" marR="114300" marT="76334" marB="76334"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878015"/>
                  </a:ext>
                </a:extLst>
              </a:tr>
            </a:tbl>
          </a:graphicData>
        </a:graphic>
      </p:graphicFrame>
      <p:sp>
        <p:nvSpPr>
          <p:cNvPr id="17" name="CuadroTexto 16">
            <a:extLst>
              <a:ext uri="{FF2B5EF4-FFF2-40B4-BE49-F238E27FC236}">
                <a16:creationId xmlns:a16="http://schemas.microsoft.com/office/drawing/2014/main" id="{331DBF6C-4CEB-DAA8-F6DC-7FAB5281B649}"/>
              </a:ext>
            </a:extLst>
          </p:cNvPr>
          <p:cNvSpPr txBox="1"/>
          <p:nvPr/>
        </p:nvSpPr>
        <p:spPr>
          <a:xfrm>
            <a:off x="1072416" y="4274127"/>
            <a:ext cx="609679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  <a:buNone/>
            </a:pPr>
            <a:r>
              <a:rPr lang="es-MX" sz="9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CÓMO TRABAJAMOS CONTIGO</a:t>
            </a:r>
          </a:p>
        </p:txBody>
      </p:sp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1837EAA0-BF72-681B-C42B-C7E73648A7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0523629"/>
              </p:ext>
            </p:extLst>
          </p:nvPr>
        </p:nvGraphicFramePr>
        <p:xfrm>
          <a:off x="1147856" y="4486791"/>
          <a:ext cx="6981758" cy="555512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387479">
                  <a:extLst>
                    <a:ext uri="{9D8B030D-6E8A-4147-A177-3AD203B41FA5}">
                      <a16:colId xmlns:a16="http://schemas.microsoft.com/office/drawing/2014/main" val="2575173590"/>
                    </a:ext>
                  </a:extLst>
                </a:gridCol>
                <a:gridCol w="206800">
                  <a:extLst>
                    <a:ext uri="{9D8B030D-6E8A-4147-A177-3AD203B41FA5}">
                      <a16:colId xmlns:a16="http://schemas.microsoft.com/office/drawing/2014/main" val="679785069"/>
                    </a:ext>
                  </a:extLst>
                </a:gridCol>
                <a:gridCol w="3387479">
                  <a:extLst>
                    <a:ext uri="{9D8B030D-6E8A-4147-A177-3AD203B41FA5}">
                      <a16:colId xmlns:a16="http://schemas.microsoft.com/office/drawing/2014/main" val="855308820"/>
                    </a:ext>
                  </a:extLst>
                </a:gridCol>
              </a:tblGrid>
              <a:tr h="537605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MX" sz="500" b="1" dirty="0">
                          <a:solidFill>
                            <a:srgbClr val="0070C0"/>
                          </a:solidFill>
                          <a:effectLst/>
                        </a:rPr>
                        <a:t>Cómo entregamos</a:t>
                      </a:r>
                    </a:p>
                    <a:p>
                      <a:pPr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500" b="1" dirty="0">
                          <a:effectLst/>
                        </a:rPr>
                        <a:t>Recursos propios: Consultores y arquitectos certificados en Azure, dedicados a tu proyecto.</a:t>
                      </a:r>
                      <a:endParaRPr lang="es-MX" sz="700" b="1" dirty="0">
                        <a:effectLst/>
                      </a:endParaRPr>
                    </a:p>
                    <a:p>
                      <a:pPr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500" dirty="0">
                          <a:effectLst/>
                        </a:rPr>
                        <a:t>Modelo mixto: </a:t>
                      </a:r>
                      <a:r>
                        <a:rPr lang="es-MX" sz="500" dirty="0" err="1">
                          <a:effectLst/>
                        </a:rPr>
                        <a:t>Partners</a:t>
                      </a:r>
                      <a:r>
                        <a:rPr lang="es-MX" sz="500" dirty="0">
                          <a:effectLst/>
                        </a:rPr>
                        <a:t> bajo nuestra gestión cuando el proyecto lo requiere.</a:t>
                      </a:r>
                      <a:endParaRPr lang="es-MX" sz="700" dirty="0">
                        <a:effectLst/>
                      </a:endParaRPr>
                    </a:p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lang="es-MX" sz="500" dirty="0">
                          <a:effectLst/>
                        </a:rPr>
                        <a:t>Servicios administrados: operación continua con </a:t>
                      </a:r>
                      <a:r>
                        <a:rPr lang="es-MX" sz="500" dirty="0" err="1">
                          <a:effectLst/>
                        </a:rPr>
                        <a:t>SLAs</a:t>
                      </a:r>
                      <a:r>
                        <a:rPr lang="es-MX" sz="500" dirty="0">
                          <a:effectLst/>
                        </a:rPr>
                        <a:t> y reportes ejecutivos mensuales.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27000" marR="127000" marT="76334" marB="76334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lang="es-MX" sz="700" dirty="0">
                          <a:effectLst/>
                        </a:rPr>
                        <a:t> 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88900" marR="88900" marT="47708" marB="47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MX" sz="500" b="1" dirty="0">
                          <a:solidFill>
                            <a:srgbClr val="0070C0"/>
                          </a:solidFill>
                          <a:effectLst/>
                        </a:rPr>
                        <a:t>Esquemas de soporte</a:t>
                      </a:r>
                    </a:p>
                    <a:p>
                      <a:pPr>
                        <a:lnSpc>
                          <a:spcPct val="104000"/>
                        </a:lnSpc>
                        <a:buNone/>
                      </a:pPr>
                      <a:endParaRPr lang="es-MX" sz="600" dirty="0">
                        <a:effectLst/>
                      </a:endParaRPr>
                    </a:p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lang="es-MX" sz="600" b="1" dirty="0">
                          <a:effectLst/>
                        </a:rPr>
                        <a:t>24x7 </a:t>
                      </a:r>
                      <a:r>
                        <a:rPr lang="es-MX" sz="500" b="1" dirty="0">
                          <a:effectLst/>
                        </a:rPr>
                        <a:t>Atención continua con </a:t>
                      </a:r>
                      <a:r>
                        <a:rPr lang="es-MX" sz="500" b="1" dirty="0" err="1">
                          <a:effectLst/>
                        </a:rPr>
                        <a:t>SLAs</a:t>
                      </a:r>
                      <a:r>
                        <a:rPr lang="es-MX" sz="500" b="1" dirty="0">
                          <a:effectLst/>
                        </a:rPr>
                        <a:t> por severidad y guardias activas. Cargas críticas.</a:t>
                      </a:r>
                      <a:endParaRPr lang="es-MX" sz="7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27000" marR="127000" marT="76334" marB="76334"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970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14843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  <a:alpha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57400" y="2400300"/>
            <a:ext cx="5486400" cy="5486400"/>
          </a:xfrm>
          <a:prstGeom prst="ellipse">
            <a:avLst/>
          </a:prstGeom>
          <a:solidFill>
            <a:srgbClr val="139BBE">
              <a:alpha val="20000"/>
            </a:srgbClr>
          </a:solidFill>
          <a:ln w="12700">
            <a:solidFill>
              <a:srgbClr val="081C36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3" name="Shape 1"/>
          <p:cNvSpPr/>
          <p:nvPr/>
        </p:nvSpPr>
        <p:spPr>
          <a:xfrm>
            <a:off x="6377940" y="-2057400"/>
            <a:ext cx="4800600" cy="4800600"/>
          </a:xfrm>
          <a:prstGeom prst="ellipse">
            <a:avLst/>
          </a:prstGeom>
          <a:solidFill>
            <a:srgbClr val="27C5E6">
              <a:alpha val="20000"/>
            </a:srgbClr>
          </a:solidFill>
          <a:ln w="12700">
            <a:solidFill>
              <a:srgbClr val="081C36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4" name="Text 2"/>
          <p:cNvSpPr/>
          <p:nvPr/>
        </p:nvSpPr>
        <p:spPr>
          <a:xfrm>
            <a:off x="480060" y="82296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kern="0" spc="450" dirty="0">
                <a:solidFill>
                  <a:srgbClr val="27C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SIGUIENTES PASOS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80060" y="1165860"/>
            <a:ext cx="82296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Empecemos.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480060" y="21259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i="1" dirty="0">
                <a:solidFill>
                  <a:srgbClr val="CF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paquete es una puerta de entrada válida. Elegimos juntos por dónde empezar.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80060" y="2811780"/>
            <a:ext cx="1963103" cy="411480"/>
          </a:xfrm>
          <a:prstGeom prst="roundRect">
            <a:avLst>
              <a:gd name="adj" fmla="val 13333"/>
            </a:avLst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8" name="Text 6"/>
          <p:cNvSpPr/>
          <p:nvPr/>
        </p:nvSpPr>
        <p:spPr>
          <a:xfrm>
            <a:off x="582930" y="2811780"/>
            <a:ext cx="175736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Sesión inicial de alineación.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46032" y="2811780"/>
            <a:ext cx="1963103" cy="411480"/>
          </a:xfrm>
          <a:prstGeom prst="roundRect">
            <a:avLst>
              <a:gd name="adj" fmla="val 13333"/>
            </a:avLst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10" name="Text 8"/>
          <p:cNvSpPr/>
          <p:nvPr/>
        </p:nvSpPr>
        <p:spPr>
          <a:xfrm>
            <a:off x="2648902" y="2811780"/>
            <a:ext cx="175736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Selección del paquete de arranque.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2005" y="2811780"/>
            <a:ext cx="1963103" cy="411480"/>
          </a:xfrm>
          <a:prstGeom prst="roundRect">
            <a:avLst>
              <a:gd name="adj" fmla="val 13333"/>
            </a:avLst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12" name="Text 10"/>
          <p:cNvSpPr/>
          <p:nvPr/>
        </p:nvSpPr>
        <p:spPr>
          <a:xfrm>
            <a:off x="4714875" y="2811780"/>
            <a:ext cx="175736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Kickoff del proyecto o assessment.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77977" y="2811780"/>
            <a:ext cx="1963103" cy="411480"/>
          </a:xfrm>
          <a:prstGeom prst="roundRect">
            <a:avLst>
              <a:gd name="adj" fmla="val 13333"/>
            </a:avLst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14" name="Text 12"/>
          <p:cNvSpPr/>
          <p:nvPr/>
        </p:nvSpPr>
        <p:spPr>
          <a:xfrm>
            <a:off x="6780847" y="2811780"/>
            <a:ext cx="175736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Resultados y decisión de siguientes olas.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0060" y="3703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nube no es el destino. Es el camino para que tú negocio continue siendo relevante.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80060" y="440055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7C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Contacto: [Nombre del responsable comercial]  ·  [correo]@c3ntrotelecom.com  ·  [teléfono]  ·  c3ntrotelecom.com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image-6b36a59c4b2c67f23be3023b186b6909.jpg"/>
          <p:cNvPicPr>
            <a:picLocks noChangeAspect="1"/>
          </p:cNvPicPr>
          <p:nvPr/>
        </p:nvPicPr>
        <p:blipFill>
          <a:blip r:embed="rId3"/>
          <a:srcRect l="24222" r="24222"/>
          <a:stretch/>
        </p:blipFill>
        <p:spPr>
          <a:xfrm>
            <a:off x="5598232" y="0"/>
            <a:ext cx="3545768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98232" y="0"/>
            <a:ext cx="3545767" cy="5143500"/>
          </a:xfrm>
          <a:prstGeom prst="rect">
            <a:avLst/>
          </a:prstGeom>
          <a:solidFill>
            <a:srgbClr val="081C36">
              <a:alpha val="65000"/>
            </a:srgbClr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4" name="Shape 1"/>
          <p:cNvSpPr/>
          <p:nvPr/>
        </p:nvSpPr>
        <p:spPr>
          <a:xfrm>
            <a:off x="5502508" y="0"/>
            <a:ext cx="91440" cy="5143500"/>
          </a:xfrm>
          <a:prstGeom prst="rect">
            <a:avLst/>
          </a:prstGeom>
          <a:solidFill>
            <a:srgbClr val="27C5E6"/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5" name="Text 2"/>
          <p:cNvSpPr/>
          <p:nvPr/>
        </p:nvSpPr>
        <p:spPr>
          <a:xfrm>
            <a:off x="473278" y="246185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B0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RESUMEN EJECUTIVO</a:t>
            </a:r>
            <a:endParaRPr lang="en-US" sz="900" dirty="0">
              <a:solidFill>
                <a:srgbClr val="00B0F0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473277" y="569399"/>
            <a:ext cx="497365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2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Su decisión de nube, </a:t>
            </a:r>
          </a:p>
          <a:p>
            <a:pPr algn="just"/>
            <a:r>
              <a:rPr lang="en-US" sz="2200" dirty="0">
                <a:solidFill>
                  <a:schemeClr val="bg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200" i="1" u="sng" dirty="0">
                <a:solidFill>
                  <a:schemeClr val="bg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resumida en una sola vista</a:t>
            </a:r>
            <a:r>
              <a:rPr lang="en-US" sz="2200" i="1" dirty="0">
                <a:solidFill>
                  <a:schemeClr val="bg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2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" y="1645520"/>
            <a:ext cx="4843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300" i="1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entrar al detalle: esto es lo que proponemos, cómo lo ejecutamos y qué se llevan ustedes. El resto de la sesión desarrolla cada uno de estos tres puntos</a:t>
            </a:r>
            <a:r>
              <a:rPr lang="en-US" sz="1200" i="1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i="1" dirty="0">
              <a:solidFill>
                <a:srgbClr val="5C748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48640" y="2532888"/>
            <a:ext cx="54864" cy="566928"/>
          </a:xfrm>
          <a:prstGeom prst="rect">
            <a:avLst/>
          </a:prstGeom>
          <a:solidFill>
            <a:srgbClr val="27C5E6"/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9" name="Text 6"/>
          <p:cNvSpPr/>
          <p:nvPr/>
        </p:nvSpPr>
        <p:spPr>
          <a:xfrm>
            <a:off x="713232" y="2570599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7C5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RETO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286000" y="2441448"/>
            <a:ext cx="3160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250" b="1" i="1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Frenar la fuga de agilidad</a:t>
            </a: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Operar fuera de la nube cuesta más tiempo, más riesgo y más gasto fijo frente a quienes ya migraron.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3282696"/>
            <a:ext cx="54864" cy="566928"/>
          </a:xfrm>
          <a:prstGeom prst="rect">
            <a:avLst/>
          </a:prstGeom>
          <a:solidFill>
            <a:srgbClr val="27C5E6"/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12" name="Text 9"/>
          <p:cNvSpPr/>
          <p:nvPr/>
        </p:nvSpPr>
        <p:spPr>
          <a:xfrm>
            <a:off x="713232" y="33006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7C5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PROPUESTA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2286000" y="3191256"/>
            <a:ext cx="3160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250" b="1" i="1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paquetes, 1 marco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Migración, DRP, VDI y Backup sobre Azure, ejecutados con el Cloud Adoption Framework de Microsoft.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48640" y="4032504"/>
            <a:ext cx="54864" cy="566928"/>
          </a:xfrm>
          <a:prstGeom prst="rect">
            <a:avLst/>
          </a:prstGeom>
          <a:solidFill>
            <a:srgbClr val="27C5E6"/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15" name="Text 12"/>
          <p:cNvSpPr/>
          <p:nvPr/>
        </p:nvSpPr>
        <p:spPr>
          <a:xfrm>
            <a:off x="713232" y="40490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7C5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RESULTADO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2286000" y="4025748"/>
            <a:ext cx="3160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250" b="1" i="1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medible por ola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en CAPEX/OPEX, continuidad garantizada y una base lista para IA, visible desde los primeros 90 días.</a:t>
            </a:r>
            <a:endParaRPr lang="en-US" sz="1000" dirty="0"/>
          </a:p>
          <a:p>
            <a:pPr marL="0" indent="0" algn="l"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image-6b36a59c4b2c67f23be3023b186b6909.jpg"/>
          <p:cNvPicPr>
            <a:picLocks noChangeAspect="1"/>
          </p:cNvPicPr>
          <p:nvPr/>
        </p:nvPicPr>
        <p:blipFill>
          <a:blip r:embed="rId3"/>
          <a:srcRect l="24222" r="24222"/>
          <a:stretch/>
        </p:blipFill>
        <p:spPr>
          <a:xfrm>
            <a:off x="5598232" y="0"/>
            <a:ext cx="3545768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98232" y="0"/>
            <a:ext cx="3545767" cy="5143500"/>
          </a:xfrm>
          <a:prstGeom prst="rect">
            <a:avLst/>
          </a:prstGeom>
          <a:solidFill>
            <a:srgbClr val="081C36">
              <a:alpha val="65000"/>
            </a:srgbClr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4" name="Shape 1"/>
          <p:cNvSpPr/>
          <p:nvPr/>
        </p:nvSpPr>
        <p:spPr>
          <a:xfrm>
            <a:off x="5502508" y="0"/>
            <a:ext cx="91440" cy="5143500"/>
          </a:xfrm>
          <a:prstGeom prst="rect">
            <a:avLst/>
          </a:prstGeom>
          <a:solidFill>
            <a:srgbClr val="27C5E6"/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5" name="Text 2"/>
          <p:cNvSpPr/>
          <p:nvPr/>
        </p:nvSpPr>
        <p:spPr>
          <a:xfrm>
            <a:off x="473278" y="246185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B0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QUÉ C3NTRO TELECOM</a:t>
            </a:r>
            <a:endParaRPr lang="en-US" sz="900" dirty="0">
              <a:solidFill>
                <a:srgbClr val="00B0F0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473277" y="569399"/>
            <a:ext cx="497365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2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No solo llevamos su carga a Azure. </a:t>
            </a:r>
          </a:p>
          <a:p>
            <a:pPr algn="just"/>
            <a:r>
              <a:rPr lang="en-US" sz="2200" dirty="0">
                <a:solidFill>
                  <a:schemeClr val="bg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200" i="1" u="sng" dirty="0">
                <a:solidFill>
                  <a:schemeClr val="bg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Respondemos por el resultado</a:t>
            </a:r>
            <a:r>
              <a:rPr lang="en-US" sz="2200" i="1" dirty="0">
                <a:solidFill>
                  <a:schemeClr val="bg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2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" y="1645520"/>
            <a:ext cx="4843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300" i="1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un partner de nube es elegir quién responde cuando algo falla a las 3 de la mañana. Estas son las razones por las que otros comités ya confiaron su operación crítica a nuestro equipo</a:t>
            </a:r>
            <a:r>
              <a:rPr lang="en-US" sz="1200" i="1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i="1" dirty="0">
              <a:solidFill>
                <a:srgbClr val="5C748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48640" y="2532888"/>
            <a:ext cx="54864" cy="566928"/>
          </a:xfrm>
          <a:prstGeom prst="rect">
            <a:avLst/>
          </a:prstGeom>
          <a:solidFill>
            <a:srgbClr val="27C5E6"/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9" name="Text 6"/>
          <p:cNvSpPr/>
          <p:nvPr/>
        </p:nvSpPr>
        <p:spPr>
          <a:xfrm>
            <a:off x="713232" y="2570599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7C5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CERTIFICACIONES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286000" y="2441448"/>
            <a:ext cx="3160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250" b="1" i="1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Solutions Partner</a:t>
            </a: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Arquitectos y consultores con certificaciones vigentes en Azure, seguridad y modernización de datos.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3282696"/>
            <a:ext cx="54864" cy="566928"/>
          </a:xfrm>
          <a:prstGeom prst="rect">
            <a:avLst/>
          </a:prstGeom>
          <a:solidFill>
            <a:srgbClr val="27C5E6"/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12" name="Text 9"/>
          <p:cNvSpPr/>
          <p:nvPr/>
        </p:nvSpPr>
        <p:spPr>
          <a:xfrm>
            <a:off x="713232" y="33006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7C5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EXPERIENCIA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2286000" y="3191256"/>
            <a:ext cx="3160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250" b="1" i="1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en producción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Migraciones, DRP, VDI y Backup entregados en múltiples industrias, con cargas críticas operando 24x7.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48640" y="4032504"/>
            <a:ext cx="54864" cy="566928"/>
          </a:xfrm>
          <a:prstGeom prst="rect">
            <a:avLst/>
          </a:prstGeom>
          <a:solidFill>
            <a:srgbClr val="27C5E6"/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15" name="Text 12"/>
          <p:cNvSpPr/>
          <p:nvPr/>
        </p:nvSpPr>
        <p:spPr>
          <a:xfrm>
            <a:off x="713232" y="40490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7C5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RESULTADOS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2286000" y="4025748"/>
            <a:ext cx="3160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250" b="1" i="1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ejecutivos mensuales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proyecto se mide con KPIs acordados desde la fase de Estrategia, no solo al cierre del contrato.</a:t>
            </a:r>
            <a:endParaRPr lang="en-US" sz="1000" dirty="0"/>
          </a:p>
          <a:p>
            <a:pPr marL="0" indent="0" algn="l"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0030"/>
            <a:ext cx="82296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13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ESTIMADO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2296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¿Cuánto toma cada fase del proyecto?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268730"/>
            <a:ext cx="82981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i="1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Duraciones de referencia por fase del Cloud Adoption Framework. El tiempo real se ajusta al número de cargas, olas de migración y complejidad técnica de cada cliente.</a:t>
            </a:r>
            <a:endParaRPr lang="en-US" sz="1125" dirty="0"/>
          </a:p>
        </p:txBody>
      </p:sp>
      <p:sp>
        <p:nvSpPr>
          <p:cNvPr id="5" name="Shape 3"/>
          <p:cNvSpPr/>
          <p:nvPr/>
        </p:nvSpPr>
        <p:spPr>
          <a:xfrm>
            <a:off x="411480" y="1988820"/>
            <a:ext cx="1268730" cy="267462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6" name="Shape 4"/>
          <p:cNvSpPr/>
          <p:nvPr/>
        </p:nvSpPr>
        <p:spPr>
          <a:xfrm>
            <a:off x="737235" y="2194560"/>
            <a:ext cx="617220" cy="617220"/>
          </a:xfrm>
          <a:prstGeom prst="ellipse">
            <a:avLst/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7" name="Text 5"/>
          <p:cNvSpPr/>
          <p:nvPr/>
        </p:nvSpPr>
        <p:spPr>
          <a:xfrm>
            <a:off x="737235" y="2194560"/>
            <a:ext cx="6172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14350" y="2914650"/>
            <a:ext cx="10629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Estrategia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4350" y="3291840"/>
            <a:ext cx="106299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 3 semanas</a:t>
            </a:r>
            <a:r>
              <a:rPr lang="en-US" sz="825" dirty="0" err="1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825" dirty="0"/>
          </a:p>
        </p:txBody>
      </p:sp>
      <p:sp>
        <p:nvSpPr>
          <p:cNvPr id="10" name="Shape 8"/>
          <p:cNvSpPr/>
          <p:nvPr/>
        </p:nvSpPr>
        <p:spPr>
          <a:xfrm>
            <a:off x="1817370" y="1988820"/>
            <a:ext cx="1268730" cy="267462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11" name="Shape 9"/>
          <p:cNvSpPr/>
          <p:nvPr/>
        </p:nvSpPr>
        <p:spPr>
          <a:xfrm>
            <a:off x="2143125" y="2194560"/>
            <a:ext cx="617220" cy="617220"/>
          </a:xfrm>
          <a:prstGeom prst="ellipse">
            <a:avLst/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12" name="Text 10"/>
          <p:cNvSpPr/>
          <p:nvPr/>
        </p:nvSpPr>
        <p:spPr>
          <a:xfrm>
            <a:off x="2143125" y="2194560"/>
            <a:ext cx="6172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920240" y="2914650"/>
            <a:ext cx="10629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20240" y="3291840"/>
            <a:ext cx="106299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 4 semanas.</a:t>
            </a:r>
            <a:endParaRPr lang="en-US" sz="825" dirty="0"/>
          </a:p>
        </p:txBody>
      </p:sp>
      <p:sp>
        <p:nvSpPr>
          <p:cNvPr id="15" name="Shape 13"/>
          <p:cNvSpPr/>
          <p:nvPr/>
        </p:nvSpPr>
        <p:spPr>
          <a:xfrm>
            <a:off x="3223260" y="1988820"/>
            <a:ext cx="1268730" cy="267462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16" name="Shape 14"/>
          <p:cNvSpPr/>
          <p:nvPr/>
        </p:nvSpPr>
        <p:spPr>
          <a:xfrm>
            <a:off x="3549015" y="2194560"/>
            <a:ext cx="617220" cy="617220"/>
          </a:xfrm>
          <a:prstGeom prst="ellipse">
            <a:avLst/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17" name="Text 15"/>
          <p:cNvSpPr/>
          <p:nvPr/>
        </p:nvSpPr>
        <p:spPr>
          <a:xfrm>
            <a:off x="3549015" y="2194560"/>
            <a:ext cx="6172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26130" y="2914650"/>
            <a:ext cx="10629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26130" y="3291840"/>
            <a:ext cx="106299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 6 semanas.</a:t>
            </a:r>
            <a:endParaRPr lang="en-US" sz="825" dirty="0"/>
          </a:p>
        </p:txBody>
      </p:sp>
      <p:sp>
        <p:nvSpPr>
          <p:cNvPr id="20" name="Shape 18"/>
          <p:cNvSpPr/>
          <p:nvPr/>
        </p:nvSpPr>
        <p:spPr>
          <a:xfrm>
            <a:off x="4629150" y="1988820"/>
            <a:ext cx="1268730" cy="267462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21" name="Shape 19"/>
          <p:cNvSpPr/>
          <p:nvPr/>
        </p:nvSpPr>
        <p:spPr>
          <a:xfrm>
            <a:off x="4954905" y="2194560"/>
            <a:ext cx="617220" cy="617220"/>
          </a:xfrm>
          <a:prstGeom prst="ellipse">
            <a:avLst/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22" name="Text 20"/>
          <p:cNvSpPr/>
          <p:nvPr/>
        </p:nvSpPr>
        <p:spPr>
          <a:xfrm>
            <a:off x="4954905" y="2194560"/>
            <a:ext cx="6172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732020" y="2914650"/>
            <a:ext cx="10629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Adoptar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32020" y="3291840"/>
            <a:ext cx="106299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 16 semanas, por olas.</a:t>
            </a:r>
            <a:endParaRPr lang="en-US" sz="825" dirty="0"/>
          </a:p>
        </p:txBody>
      </p:sp>
      <p:sp>
        <p:nvSpPr>
          <p:cNvPr id="25" name="Shape 23"/>
          <p:cNvSpPr/>
          <p:nvPr/>
        </p:nvSpPr>
        <p:spPr>
          <a:xfrm>
            <a:off x="6035040" y="1988820"/>
            <a:ext cx="1268730" cy="267462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26" name="Shape 24"/>
          <p:cNvSpPr/>
          <p:nvPr/>
        </p:nvSpPr>
        <p:spPr>
          <a:xfrm>
            <a:off x="6360795" y="2194560"/>
            <a:ext cx="617220" cy="617220"/>
          </a:xfrm>
          <a:prstGeom prst="ellipse">
            <a:avLst/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27" name="Text 25"/>
          <p:cNvSpPr/>
          <p:nvPr/>
        </p:nvSpPr>
        <p:spPr>
          <a:xfrm>
            <a:off x="6360795" y="2194560"/>
            <a:ext cx="6172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137910" y="2914650"/>
            <a:ext cx="10629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Gobierno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37910" y="3291840"/>
            <a:ext cx="106299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Continuo, desde el cierre de Adoptar.</a:t>
            </a:r>
            <a:endParaRPr lang="en-US" sz="825" dirty="0"/>
          </a:p>
        </p:txBody>
      </p:sp>
      <p:sp>
        <p:nvSpPr>
          <p:cNvPr id="30" name="Shape 28"/>
          <p:cNvSpPr/>
          <p:nvPr/>
        </p:nvSpPr>
        <p:spPr>
          <a:xfrm>
            <a:off x="7440930" y="1988820"/>
            <a:ext cx="1268730" cy="267462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31" name="Shape 29"/>
          <p:cNvSpPr/>
          <p:nvPr/>
        </p:nvSpPr>
        <p:spPr>
          <a:xfrm>
            <a:off x="7766685" y="2194560"/>
            <a:ext cx="617220" cy="617220"/>
          </a:xfrm>
          <a:prstGeom prst="ellipse">
            <a:avLst/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32" name="Text 30"/>
          <p:cNvSpPr/>
          <p:nvPr/>
        </p:nvSpPr>
        <p:spPr>
          <a:xfrm>
            <a:off x="7766685" y="2194560"/>
            <a:ext cx="6172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440930" y="2914650"/>
            <a:ext cx="11658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y Administración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543800" y="3291840"/>
            <a:ext cx="106299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Continuo, servicio administrado.</a:t>
            </a:r>
            <a:endParaRPr lang="en-US" sz="825" dirty="0"/>
          </a:p>
        </p:txBody>
      </p:sp>
      <p:sp>
        <p:nvSpPr>
          <p:cNvPr id="35" name="Shape 33"/>
          <p:cNvSpPr/>
          <p:nvPr/>
        </p:nvSpPr>
        <p:spPr>
          <a:xfrm>
            <a:off x="411480" y="4766310"/>
            <a:ext cx="8298180" cy="274320"/>
          </a:xfrm>
          <a:prstGeom prst="roundRect">
            <a:avLst>
              <a:gd name="adj" fmla="val 12500"/>
            </a:avLst>
          </a:prstGeom>
          <a:solidFill>
            <a:srgbClr val="13283F"/>
          </a:solidFill>
          <a:ln w="12700">
            <a:solidFill>
              <a:srgbClr val="13283F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36" name="Text 34"/>
          <p:cNvSpPr/>
          <p:nvPr/>
        </p:nvSpPr>
        <p:spPr>
          <a:xfrm>
            <a:off x="480060" y="476631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rangos consideran un alcance típico; en la sesión de alineación acordamos el cronograma específico de su proyecto.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435340" y="4869180"/>
            <a:ext cx="4800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25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0030"/>
            <a:ext cx="82296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13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POR TIPO DE PROYECTO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2296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Así se ve el valor una vez que el proyecto está en marcha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124009"/>
            <a:ext cx="82981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Rangos de resultado típicos que hemos visto en proyectos comparables por tipo de necesidad. Los sustituimos por referencias verificables de su industria en la sesión de seguimiento.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1851660"/>
            <a:ext cx="2628900" cy="2948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6" name="Shape 4"/>
          <p:cNvSpPr/>
          <p:nvPr/>
        </p:nvSpPr>
        <p:spPr>
          <a:xfrm>
            <a:off x="411480" y="1851660"/>
            <a:ext cx="2628900" cy="514350"/>
          </a:xfrm>
          <a:prstGeom prst="rect">
            <a:avLst/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7" name="Text 5"/>
          <p:cNvSpPr/>
          <p:nvPr/>
        </p:nvSpPr>
        <p:spPr>
          <a:xfrm>
            <a:off x="582930" y="1954530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Cumplimiento y auditoría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17220" y="2503170"/>
            <a:ext cx="2217420" cy="2160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Reto: evidencia de auditoría dispersa en varios sistemas, semanas de preparación.</a:t>
            </a:r>
            <a:endParaRPr lang="en-US" sz="975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Landing Zone con RBAC, Azure Policy y Microsoft Sentinel centralizando el control.</a:t>
            </a:r>
            <a:endParaRPr lang="en-US" sz="975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tiempo de preparación de auditoría reducido de forma significativa.</a:t>
            </a:r>
            <a:endParaRPr lang="en-US" sz="975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Continuidad: cero incidentes de seguridad reportados tras la puesta en marcha.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3246120" y="1851660"/>
            <a:ext cx="2628900" cy="2948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10" name="Shape 8"/>
          <p:cNvSpPr/>
          <p:nvPr/>
        </p:nvSpPr>
        <p:spPr>
          <a:xfrm>
            <a:off x="3246120" y="1851660"/>
            <a:ext cx="2628900" cy="514350"/>
          </a:xfrm>
          <a:prstGeom prst="rect">
            <a:avLst/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11" name="Text 9"/>
          <p:cNvSpPr/>
          <p:nvPr/>
        </p:nvSpPr>
        <p:spPr>
          <a:xfrm>
            <a:off x="3417570" y="1954530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Continuidad de negocio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51860" y="2503170"/>
            <a:ext cx="2217420" cy="2160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Reto: centro de datos propio saturado, sin plan de continuidad ante fallas.</a:t>
            </a:r>
            <a:endParaRPr lang="en-US" sz="975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migración por olas más DRP con Azure Site Recovery y respaldo inmutable.</a:t>
            </a:r>
            <a:endParaRPr lang="en-US" sz="975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continuidad de negocio con un RTO acordado y probado en simulacro.</a:t>
            </a:r>
            <a:endParaRPr lang="en-US" sz="975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Ahorro: reducción relevante del gasto de capital en infraestructura física.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6080760" y="1851660"/>
            <a:ext cx="2628900" cy="2948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14" name="Shape 12"/>
          <p:cNvSpPr/>
          <p:nvPr/>
        </p:nvSpPr>
        <p:spPr>
          <a:xfrm>
            <a:off x="6080760" y="1851660"/>
            <a:ext cx="2628900" cy="514350"/>
          </a:xfrm>
          <a:prstGeom prst="rect">
            <a:avLst/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15" name="Text 13"/>
          <p:cNvSpPr/>
          <p:nvPr/>
        </p:nvSpPr>
        <p:spPr>
          <a:xfrm>
            <a:off x="6252210" y="1954530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Trabajo híbrido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86500" y="2503170"/>
            <a:ext cx="2217420" cy="2160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Reto: equipos híbridos sin acceso seguro y estandarizado a sus aplicaciones.</a:t>
            </a:r>
            <a:endParaRPr lang="en-US" sz="975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escritorios virtuales con AVD y Windows 365 integrados a Entra ID.</a:t>
            </a:r>
            <a:endParaRPr lang="en-US" sz="975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onboarding de nuevos colaboradores de días a minutos.</a:t>
            </a:r>
            <a:endParaRPr lang="en-US" sz="975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Beneficio: menor costo de endpoint por usuario, sin sacrificar seguridad.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8435340" y="4869180"/>
            <a:ext cx="4800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25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0030"/>
            <a:ext cx="82296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13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2296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Inversión y modelo comercial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3030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139B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Rangos de inversión por paquete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1480" y="1645920"/>
            <a:ext cx="4114800" cy="2400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a Azure: rango medio-alto, según número de cargas y olas de migración.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en Azure: rango medio, en función del RTO/RPO objetivo y el volumen a proteger.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VDI con Azure: rango bajo-medio, cotizado por usuario al mes.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integral: rango bajo, cotizado por volumen de datos protegido.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exactas se entregan tras el Assessment de la Fase 2; aquí solo hablamos de rangos.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800600" y="1303020"/>
            <a:ext cx="3909060" cy="322326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7" name="Text 5"/>
          <p:cNvSpPr/>
          <p:nvPr/>
        </p:nvSpPr>
        <p:spPr>
          <a:xfrm>
            <a:off x="4972050" y="1405890"/>
            <a:ext cx="3634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comercial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72050" y="1714500"/>
            <a:ext cx="36347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por consumo (OPEX) o suscripción mensual predecible.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Compromisos de 12 o 24 meses con condiciones preferenciales.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 y programas de Microsoft que pueden reducir la inversión inicial.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972050" y="2983230"/>
            <a:ext cx="3634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determina el rango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72050" y="3291840"/>
            <a:ext cx="36347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y complejidad de las cargas a migrar o proteger.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soporte elegido: horario hábil vs. 24x7.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entrega: recursos propios, mixto o servicio administrado.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8435340" y="4869180"/>
            <a:ext cx="4800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25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0030"/>
            <a:ext cx="82296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13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RIESGOS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2296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riesgos y mitigación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3030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139B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Riesgos identificados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1480" y="1645920"/>
            <a:ext cx="4114800" cy="2400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Resistencia al cambio del equipo de TI interno ante nuevas herramientas y procesos.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Sobrecostos por recursos mal dimensionados o encendidos sin optimizar.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Interrupción del negocio durante ventanas de migración o cutover.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de datos sensibles durante el movimiento entre entornos.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excesiva de un solo proveedor o arquitecto clave.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800600" y="1303020"/>
            <a:ext cx="3909060" cy="322326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7" name="Text 5"/>
          <p:cNvSpPr/>
          <p:nvPr/>
        </p:nvSpPr>
        <p:spPr>
          <a:xfrm>
            <a:off x="4972050" y="1405890"/>
            <a:ext cx="3634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los mitigamos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72050" y="1714500"/>
            <a:ext cx="36347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y transferencia de conocimiento incluida en cada fase.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 y monitoreo continuo de costos desde el primer día en producción.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documentado y pruebas de cutover no disruptivas antes del corte final.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972050" y="2983230"/>
            <a:ext cx="3634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Controles adicionales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72050" y="3291840"/>
            <a:ext cx="36347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en tránsito y en reposo, con control de accesos RBAC desde el Landing Zone.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completa y equipo ampliado, no dependiente de una sola persona.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ejecutivos mensuales para visibilidad temprana de cualquier desviación.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8435340" y="4869180"/>
            <a:ext cx="4800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25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0030"/>
            <a:ext cx="82296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13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Y CUMPLIMIENTO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2296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Quién ejecuta el proyecto y bajo qué estándares.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268730"/>
            <a:ext cx="829818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i="1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equipo certificado y un marco de cumplimiento verificable respaldan cada fase del proyecto.</a:t>
            </a:r>
            <a:endParaRPr lang="en-US" sz="1125" dirty="0"/>
          </a:p>
        </p:txBody>
      </p:sp>
      <p:sp>
        <p:nvSpPr>
          <p:cNvPr id="5" name="Shape 3"/>
          <p:cNvSpPr/>
          <p:nvPr/>
        </p:nvSpPr>
        <p:spPr>
          <a:xfrm>
            <a:off x="411480" y="1817370"/>
            <a:ext cx="2628900" cy="171450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6" name="Text 4"/>
          <p:cNvSpPr/>
          <p:nvPr/>
        </p:nvSpPr>
        <p:spPr>
          <a:xfrm>
            <a:off x="582930" y="1954530"/>
            <a:ext cx="22860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Arquitectos Cloud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7220" y="2331720"/>
            <a:ext cx="22174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Landing Zone, redes e identidad.</a:t>
            </a:r>
            <a:endParaRPr lang="en-US" sz="900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Certificación Microsoft Azure Solutions Architect Expert.</a:t>
            </a:r>
            <a:endParaRPr lang="en-US" sz="900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único de contacto técnico durante todo el proyecto.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46120" y="1817370"/>
            <a:ext cx="2628900" cy="171450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9" name="Text 7"/>
          <p:cNvSpPr/>
          <p:nvPr/>
        </p:nvSpPr>
        <p:spPr>
          <a:xfrm>
            <a:off x="3417570" y="1954530"/>
            <a:ext cx="22860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Especialistas en Seguridad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51860" y="2331720"/>
            <a:ext cx="22174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Hardening, Zero Trust y respuesta a incidentes.</a:t>
            </a:r>
            <a:endParaRPr lang="en-US" sz="900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Certificación Microsoft Security Operations Analyst (SC-200).</a:t>
            </a:r>
            <a:endParaRPr lang="en-US" sz="900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 Microsoft Defender for Cloud y Sentinel.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80760" y="1817370"/>
            <a:ext cx="2628900" cy="171450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12" name="Text 10"/>
          <p:cNvSpPr/>
          <p:nvPr/>
        </p:nvSpPr>
        <p:spPr>
          <a:xfrm>
            <a:off x="6252210" y="1954530"/>
            <a:ext cx="22860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Manager &amp; FinOps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86500" y="2331720"/>
            <a:ext cx="22174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 del proyecto, riesgos y reportes ejecutivos.</a:t>
            </a:r>
            <a:endParaRPr lang="en-US" sz="900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continua del gasto en la nube (FinOps).</a:t>
            </a:r>
            <a:endParaRPr lang="en-US" sz="900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de KPIs acordados desde la fase de Estrategia.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3703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139B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Cumplimiento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4149090"/>
            <a:ext cx="82296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411480" y="4046220"/>
            <a:ext cx="8298180" cy="788670"/>
          </a:xfrm>
          <a:prstGeom prst="rect">
            <a:avLst/>
          </a:prstGeom>
          <a:solidFill>
            <a:srgbClr val="FFFFFF"/>
          </a:solidFill>
          <a:ln w="1905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19" name="Text 17"/>
          <p:cNvSpPr/>
          <p:nvPr/>
        </p:nvSpPr>
        <p:spPr>
          <a:xfrm>
            <a:off x="685800" y="4149090"/>
            <a:ext cx="82296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139B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Normativo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460409" y="4149090"/>
            <a:ext cx="7146381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Arquitecturas alineadas a ISO 27001, NIST CSF y los más de 100 estándares de cumplimiento de Azure. Adaptamos el diseño a la normativa específica de su industria, con base en las mejores </a:t>
            </a:r>
            <a:r>
              <a:rPr lang="en-US" sz="900" dirty="0" err="1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prácticas</a:t>
            </a: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industria 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435340" y="4869180"/>
            <a:ext cx="4800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25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0030"/>
            <a:ext cx="82296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13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FRECUENTES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2296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otros comités nos han preguntado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3030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139B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Sobre seguridad y control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1480" y="1645920"/>
            <a:ext cx="4114800" cy="2400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si hay una falla en Azure? El SLA de Microsoft supera 99.9% por servicio; nuestro DRP cubre el resto.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es dueño de los datos? Siempre el cliente; nosotros solo operamos.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¿Podemos auditar el ambiente? Sí, con acceso de solo lectura y reportes mensuales.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si queremos salir de Azure? Hay plan de portabilidad; sin cláusulas de bloqueo.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protegen la información al migrar? Cifrado en tránsito y en reposo, con ventanas validadas.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800600" y="1303020"/>
            <a:ext cx="3909060" cy="322326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7" name="Text 5"/>
          <p:cNvSpPr/>
          <p:nvPr/>
        </p:nvSpPr>
        <p:spPr>
          <a:xfrm>
            <a:off x="4972050" y="1405890"/>
            <a:ext cx="3634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Sobre costos y operación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72050" y="1714500"/>
            <a:ext cx="36347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costo puede dispararse? FinOps y alertas de presupuesto evitan sorpresas en la factura.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¿Hay que crecer el equipo de TI interno? No necesariamente; el servicio administrado cubre la operación.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si el proyecto se detiene a medio camino? Cada ola entrega valor por sí misma.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972050" y="2983230"/>
            <a:ext cx="3634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Sobre el arranque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72050" y="3291840"/>
            <a:ext cx="36347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tardamos en ver resultados? Los primeros quick wins llegan en 90 días.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¿Podemos empezar con un piloto? Sí, todos los paquetes admiten un alcance piloto.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preparamos para la primera sesión? Solo su disponibilidad; nosotros llevamos la agenda.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8435340" y="4869180"/>
            <a:ext cx="4800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25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2858</Words>
  <Application>Microsoft Office PowerPoint</Application>
  <PresentationFormat>Presentación en pantalla (16:9)</PresentationFormat>
  <Paragraphs>423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Alejandro Israel Lagler Delgado</dc:creator>
  <cp:lastModifiedBy>Cesar Larios Jurado</cp:lastModifiedBy>
  <cp:revision>2</cp:revision>
  <dcterms:created xsi:type="dcterms:W3CDTF">2026-06-24T19:16:52Z</dcterms:created>
  <dcterms:modified xsi:type="dcterms:W3CDTF">2026-07-13T22:40:39Z</dcterms:modified>
</cp:coreProperties>
</file>