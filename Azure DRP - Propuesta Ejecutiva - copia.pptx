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Lst>
  <p:notesMasterIdLst>
    <p:notesMasterId r:id="rId22"/>
  </p:notesMasterIdLst>
  <p:sldIdLst>
    <p:sldId id="366" r:id="rId5"/>
    <p:sldId id="318" r:id="rId6"/>
    <p:sldId id="306" r:id="rId7"/>
    <p:sldId id="1433" r:id="rId8"/>
    <p:sldId id="319" r:id="rId9"/>
    <p:sldId id="329" r:id="rId10"/>
    <p:sldId id="1437" r:id="rId11"/>
    <p:sldId id="1438" r:id="rId12"/>
    <p:sldId id="1439" r:id="rId13"/>
    <p:sldId id="320" r:id="rId14"/>
    <p:sldId id="321" r:id="rId15"/>
    <p:sldId id="322" r:id="rId16"/>
    <p:sldId id="323" r:id="rId17"/>
    <p:sldId id="324" r:id="rId18"/>
    <p:sldId id="1440" r:id="rId19"/>
    <p:sldId id="325" r:id="rId20"/>
    <p:sldId id="326"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TQJtkB++PUzES8d/zvNMrRvpfd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i Sitt" initials=""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8012"/>
    <a:srgbClr val="072D56"/>
    <a:srgbClr val="CBCBCB"/>
    <a:srgbClr val="747474"/>
    <a:srgbClr val="40A8F5"/>
    <a:srgbClr val="005D99"/>
    <a:srgbClr val="004D7F"/>
    <a:srgbClr val="E0E0E0"/>
    <a:srgbClr val="323232"/>
    <a:srgbClr val="0326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1C64C5-C8CC-4F8E-8DB1-D2C6FAE11C6F}" v="41" dt="2023-02-15T20:35:39.671"/>
  </p1510:revLst>
</p1510:revInfo>
</file>

<file path=ppt/tableStyles.xml><?xml version="1.0" encoding="utf-8"?>
<a:tblStyleLst xmlns:a="http://schemas.openxmlformats.org/drawingml/2006/main" def="{D3D3478E-4E1D-4BEB-A62A-747E8BA8420F}">
  <a:tblStyle styleId="{D3D3478E-4E1D-4BEB-A62A-747E8BA8420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3" d="100"/>
          <a:sy n="123" d="100"/>
        </p:scale>
        <p:origin x="1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43" Type="http://customschemas.google.com/relationships/presentationmetadata" Target="metadata"/><Relationship Id="rId4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gar Sanabria Reyes" userId="37e552f0-f4b0-4db2-b75f-2a375a60007c" providerId="ADAL" clId="{1B49228D-E42A-4068-9714-BE4E819B31BA}"/>
    <pc:docChg chg="undo redo custSel addSld delSld modSld sldOrd">
      <pc:chgData name="Edgar Sanabria Reyes" userId="37e552f0-f4b0-4db2-b75f-2a375a60007c" providerId="ADAL" clId="{1B49228D-E42A-4068-9714-BE4E819B31BA}" dt="2022-12-11T23:18:01.995" v="3710" actId="20577"/>
      <pc:docMkLst>
        <pc:docMk/>
      </pc:docMkLst>
      <pc:sldChg chg="modSp mod">
        <pc:chgData name="Edgar Sanabria Reyes" userId="37e552f0-f4b0-4db2-b75f-2a375a60007c" providerId="ADAL" clId="{1B49228D-E42A-4068-9714-BE4E819B31BA}" dt="2022-12-11T20:47:49.918" v="45" actId="20577"/>
        <pc:sldMkLst>
          <pc:docMk/>
          <pc:sldMk cId="0" sldId="256"/>
        </pc:sldMkLst>
        <pc:spChg chg="mod">
          <ac:chgData name="Edgar Sanabria Reyes" userId="37e552f0-f4b0-4db2-b75f-2a375a60007c" providerId="ADAL" clId="{1B49228D-E42A-4068-9714-BE4E819B31BA}" dt="2022-12-11T20:47:49.918" v="45" actId="20577"/>
          <ac:spMkLst>
            <pc:docMk/>
            <pc:sldMk cId="0" sldId="256"/>
            <ac:spMk id="9" creationId="{0A04D03A-D66F-8549-98C4-BA400E672AE0}"/>
          </ac:spMkLst>
        </pc:spChg>
        <pc:spChg chg="mod">
          <ac:chgData name="Edgar Sanabria Reyes" userId="37e552f0-f4b0-4db2-b75f-2a375a60007c" providerId="ADAL" clId="{1B49228D-E42A-4068-9714-BE4E819B31BA}" dt="2022-12-11T20:47:45.414" v="34" actId="20577"/>
          <ac:spMkLst>
            <pc:docMk/>
            <pc:sldMk cId="0" sldId="256"/>
            <ac:spMk id="28" creationId="{00000000-0000-0000-0000-000000000000}"/>
          </ac:spMkLst>
        </pc:spChg>
      </pc:sldChg>
      <pc:sldChg chg="modSp mod">
        <pc:chgData name="Edgar Sanabria Reyes" userId="37e552f0-f4b0-4db2-b75f-2a375a60007c" providerId="ADAL" clId="{1B49228D-E42A-4068-9714-BE4E819B31BA}" dt="2022-12-11T22:00:56.951" v="972" actId="20577"/>
        <pc:sldMkLst>
          <pc:docMk/>
          <pc:sldMk cId="2202086055" sldId="306"/>
        </pc:sldMkLst>
        <pc:spChg chg="mod">
          <ac:chgData name="Edgar Sanabria Reyes" userId="37e552f0-f4b0-4db2-b75f-2a375a60007c" providerId="ADAL" clId="{1B49228D-E42A-4068-9714-BE4E819B31BA}" dt="2022-12-11T22:00:56.951" v="972" actId="20577"/>
          <ac:spMkLst>
            <pc:docMk/>
            <pc:sldMk cId="2202086055" sldId="306"/>
            <ac:spMk id="14" creationId="{06E21790-F8C4-9F42-B48A-B1A39F986319}"/>
          </ac:spMkLst>
        </pc:spChg>
      </pc:sldChg>
      <pc:sldChg chg="addSp modSp mod ord">
        <pc:chgData name="Edgar Sanabria Reyes" userId="37e552f0-f4b0-4db2-b75f-2a375a60007c" providerId="ADAL" clId="{1B49228D-E42A-4068-9714-BE4E819B31BA}" dt="2022-12-11T21:47:28.936" v="495" actId="1076"/>
        <pc:sldMkLst>
          <pc:docMk/>
          <pc:sldMk cId="3052502598" sldId="318"/>
        </pc:sldMkLst>
        <pc:spChg chg="mod">
          <ac:chgData name="Edgar Sanabria Reyes" userId="37e552f0-f4b0-4db2-b75f-2a375a60007c" providerId="ADAL" clId="{1B49228D-E42A-4068-9714-BE4E819B31BA}" dt="2022-12-11T21:46:46" v="493" actId="20577"/>
          <ac:spMkLst>
            <pc:docMk/>
            <pc:sldMk cId="3052502598" sldId="318"/>
            <ac:spMk id="4" creationId="{E349689C-4F5C-5EAD-F104-50931B69525C}"/>
          </ac:spMkLst>
        </pc:spChg>
        <pc:picChg chg="add mod">
          <ac:chgData name="Edgar Sanabria Reyes" userId="37e552f0-f4b0-4db2-b75f-2a375a60007c" providerId="ADAL" clId="{1B49228D-E42A-4068-9714-BE4E819B31BA}" dt="2022-12-11T21:47:28.936" v="495" actId="1076"/>
          <ac:picMkLst>
            <pc:docMk/>
            <pc:sldMk cId="3052502598" sldId="318"/>
            <ac:picMk id="1026" creationId="{0E643A5F-8D0F-34E5-A2DA-A33EA5A17CB1}"/>
          </ac:picMkLst>
        </pc:picChg>
      </pc:sldChg>
      <pc:sldChg chg="addSp delSp modSp mod">
        <pc:chgData name="Edgar Sanabria Reyes" userId="37e552f0-f4b0-4db2-b75f-2a375a60007c" providerId="ADAL" clId="{1B49228D-E42A-4068-9714-BE4E819B31BA}" dt="2022-12-11T22:24:03.769" v="2424"/>
        <pc:sldMkLst>
          <pc:docMk/>
          <pc:sldMk cId="1563832160" sldId="319"/>
        </pc:sldMkLst>
        <pc:spChg chg="mod">
          <ac:chgData name="Edgar Sanabria Reyes" userId="37e552f0-f4b0-4db2-b75f-2a375a60007c" providerId="ADAL" clId="{1B49228D-E42A-4068-9714-BE4E819B31BA}" dt="2022-12-11T22:24:03.769" v="2424"/>
          <ac:spMkLst>
            <pc:docMk/>
            <pc:sldMk cId="1563832160" sldId="319"/>
            <ac:spMk id="5" creationId="{F4FC52F9-7F40-A86C-D50F-5D4A026AE0FE}"/>
          </ac:spMkLst>
        </pc:spChg>
        <pc:picChg chg="add mod">
          <ac:chgData name="Edgar Sanabria Reyes" userId="37e552f0-f4b0-4db2-b75f-2a375a60007c" providerId="ADAL" clId="{1B49228D-E42A-4068-9714-BE4E819B31BA}" dt="2022-12-11T22:03:49.803" v="986" actId="1076"/>
          <ac:picMkLst>
            <pc:docMk/>
            <pc:sldMk cId="1563832160" sldId="319"/>
            <ac:picMk id="2" creationId="{1BEC5C77-D2C0-0AD5-CC40-06BDB47B11AD}"/>
          </ac:picMkLst>
        </pc:picChg>
        <pc:picChg chg="del">
          <ac:chgData name="Edgar Sanabria Reyes" userId="37e552f0-f4b0-4db2-b75f-2a375a60007c" providerId="ADAL" clId="{1B49228D-E42A-4068-9714-BE4E819B31BA}" dt="2022-12-11T22:03:43.427" v="983" actId="478"/>
          <ac:picMkLst>
            <pc:docMk/>
            <pc:sldMk cId="1563832160" sldId="319"/>
            <ac:picMk id="3" creationId="{EB0003C4-7C87-388B-6445-4752272B95A7}"/>
          </ac:picMkLst>
        </pc:picChg>
      </pc:sldChg>
      <pc:sldChg chg="modSp mod">
        <pc:chgData name="Edgar Sanabria Reyes" userId="37e552f0-f4b0-4db2-b75f-2a375a60007c" providerId="ADAL" clId="{1B49228D-E42A-4068-9714-BE4E819B31BA}" dt="2022-12-11T22:24:34.512" v="2445" actId="20577"/>
        <pc:sldMkLst>
          <pc:docMk/>
          <pc:sldMk cId="3130874241" sldId="320"/>
        </pc:sldMkLst>
        <pc:spChg chg="mod">
          <ac:chgData name="Edgar Sanabria Reyes" userId="37e552f0-f4b0-4db2-b75f-2a375a60007c" providerId="ADAL" clId="{1B49228D-E42A-4068-9714-BE4E819B31BA}" dt="2022-12-11T22:24:34.512" v="2445" actId="20577"/>
          <ac:spMkLst>
            <pc:docMk/>
            <pc:sldMk cId="3130874241" sldId="320"/>
            <ac:spMk id="5" creationId="{F4FC52F9-7F40-A86C-D50F-5D4A026AE0FE}"/>
          </ac:spMkLst>
        </pc:spChg>
      </pc:sldChg>
      <pc:sldChg chg="modSp mod">
        <pc:chgData name="Edgar Sanabria Reyes" userId="37e552f0-f4b0-4db2-b75f-2a375a60007c" providerId="ADAL" clId="{1B49228D-E42A-4068-9714-BE4E819B31BA}" dt="2022-12-11T22:26:36.559" v="2579" actId="20577"/>
        <pc:sldMkLst>
          <pc:docMk/>
          <pc:sldMk cId="208087626" sldId="321"/>
        </pc:sldMkLst>
        <pc:spChg chg="mod">
          <ac:chgData name="Edgar Sanabria Reyes" userId="37e552f0-f4b0-4db2-b75f-2a375a60007c" providerId="ADAL" clId="{1B49228D-E42A-4068-9714-BE4E819B31BA}" dt="2022-12-11T22:26:36.559" v="2579" actId="20577"/>
          <ac:spMkLst>
            <pc:docMk/>
            <pc:sldMk cId="208087626" sldId="321"/>
            <ac:spMk id="6" creationId="{CB37B12F-5469-2068-ABBF-0D66722A4CC1}"/>
          </ac:spMkLst>
        </pc:spChg>
        <pc:spChg chg="mod">
          <ac:chgData name="Edgar Sanabria Reyes" userId="37e552f0-f4b0-4db2-b75f-2a375a60007c" providerId="ADAL" clId="{1B49228D-E42A-4068-9714-BE4E819B31BA}" dt="2022-12-11T22:13:41.761" v="2221" actId="20577"/>
          <ac:spMkLst>
            <pc:docMk/>
            <pc:sldMk cId="208087626" sldId="321"/>
            <ac:spMk id="7" creationId="{6CA0B298-1C63-5D43-846F-3EF1F3F72592}"/>
          </ac:spMkLst>
        </pc:spChg>
      </pc:sldChg>
      <pc:sldChg chg="modSp mod">
        <pc:chgData name="Edgar Sanabria Reyes" userId="37e552f0-f4b0-4db2-b75f-2a375a60007c" providerId="ADAL" clId="{1B49228D-E42A-4068-9714-BE4E819B31BA}" dt="2022-12-11T23:15:34.507" v="3647" actId="20577"/>
        <pc:sldMkLst>
          <pc:docMk/>
          <pc:sldMk cId="936055546" sldId="322"/>
        </pc:sldMkLst>
        <pc:spChg chg="mod">
          <ac:chgData name="Edgar Sanabria Reyes" userId="37e552f0-f4b0-4db2-b75f-2a375a60007c" providerId="ADAL" clId="{1B49228D-E42A-4068-9714-BE4E819B31BA}" dt="2022-12-11T23:15:34.507" v="3647" actId="20577"/>
          <ac:spMkLst>
            <pc:docMk/>
            <pc:sldMk cId="936055546" sldId="322"/>
            <ac:spMk id="17" creationId="{4AD2B97F-FFA1-20E9-94F4-2066D576ACA9}"/>
          </ac:spMkLst>
        </pc:spChg>
      </pc:sldChg>
      <pc:sldChg chg="modSp mod">
        <pc:chgData name="Edgar Sanabria Reyes" userId="37e552f0-f4b0-4db2-b75f-2a375a60007c" providerId="ADAL" clId="{1B49228D-E42A-4068-9714-BE4E819B31BA}" dt="2022-12-11T22:14:07.932" v="2223" actId="20577"/>
        <pc:sldMkLst>
          <pc:docMk/>
          <pc:sldMk cId="2982793187" sldId="323"/>
        </pc:sldMkLst>
        <pc:spChg chg="mod">
          <ac:chgData name="Edgar Sanabria Reyes" userId="37e552f0-f4b0-4db2-b75f-2a375a60007c" providerId="ADAL" clId="{1B49228D-E42A-4068-9714-BE4E819B31BA}" dt="2022-12-11T22:14:07.932" v="2223" actId="20577"/>
          <ac:spMkLst>
            <pc:docMk/>
            <pc:sldMk cId="2982793187" sldId="323"/>
            <ac:spMk id="9" creationId="{D9ED986B-74A9-1FE9-3177-D7477E388ED5}"/>
          </ac:spMkLst>
        </pc:spChg>
      </pc:sldChg>
      <pc:sldChg chg="delSp mod modShow">
        <pc:chgData name="Edgar Sanabria Reyes" userId="37e552f0-f4b0-4db2-b75f-2a375a60007c" providerId="ADAL" clId="{1B49228D-E42A-4068-9714-BE4E819B31BA}" dt="2022-12-11T23:15:01.189" v="3640" actId="478"/>
        <pc:sldMkLst>
          <pc:docMk/>
          <pc:sldMk cId="3364352984" sldId="324"/>
        </pc:sldMkLst>
        <pc:picChg chg="del">
          <ac:chgData name="Edgar Sanabria Reyes" userId="37e552f0-f4b0-4db2-b75f-2a375a60007c" providerId="ADAL" clId="{1B49228D-E42A-4068-9714-BE4E819B31BA}" dt="2022-12-11T23:15:01.189" v="3640" actId="478"/>
          <ac:picMkLst>
            <pc:docMk/>
            <pc:sldMk cId="3364352984" sldId="324"/>
            <ac:picMk id="4" creationId="{7A6CC831-47D5-BDD3-A55C-507684B55817}"/>
          </ac:picMkLst>
        </pc:picChg>
      </pc:sldChg>
      <pc:sldChg chg="modSp mod">
        <pc:chgData name="Edgar Sanabria Reyes" userId="37e552f0-f4b0-4db2-b75f-2a375a60007c" providerId="ADAL" clId="{1B49228D-E42A-4068-9714-BE4E819B31BA}" dt="2022-12-11T22:36:36.602" v="3391" actId="13926"/>
        <pc:sldMkLst>
          <pc:docMk/>
          <pc:sldMk cId="1092845356" sldId="325"/>
        </pc:sldMkLst>
        <pc:spChg chg="mod">
          <ac:chgData name="Edgar Sanabria Reyes" userId="37e552f0-f4b0-4db2-b75f-2a375a60007c" providerId="ADAL" clId="{1B49228D-E42A-4068-9714-BE4E819B31BA}" dt="2022-12-11T22:36:36.602" v="3391" actId="13926"/>
          <ac:spMkLst>
            <pc:docMk/>
            <pc:sldMk cId="1092845356" sldId="325"/>
            <ac:spMk id="6" creationId="{0A939278-23C7-C101-0BF1-657EC8DBACF9}"/>
          </ac:spMkLst>
        </pc:spChg>
      </pc:sldChg>
      <pc:sldChg chg="modSp mod">
        <pc:chgData name="Edgar Sanabria Reyes" userId="37e552f0-f4b0-4db2-b75f-2a375a60007c" providerId="ADAL" clId="{1B49228D-E42A-4068-9714-BE4E819B31BA}" dt="2022-12-11T22:38:15.412" v="3481" actId="20577"/>
        <pc:sldMkLst>
          <pc:docMk/>
          <pc:sldMk cId="737590706" sldId="326"/>
        </pc:sldMkLst>
        <pc:spChg chg="mod">
          <ac:chgData name="Edgar Sanabria Reyes" userId="37e552f0-f4b0-4db2-b75f-2a375a60007c" providerId="ADAL" clId="{1B49228D-E42A-4068-9714-BE4E819B31BA}" dt="2022-12-11T22:38:15.412" v="3481" actId="20577"/>
          <ac:spMkLst>
            <pc:docMk/>
            <pc:sldMk cId="737590706" sldId="326"/>
            <ac:spMk id="6" creationId="{6B64500B-B1BE-105A-32BC-DE96DDC0AB3E}"/>
          </ac:spMkLst>
        </pc:spChg>
      </pc:sldChg>
      <pc:sldChg chg="addSp delSp modSp mod">
        <pc:chgData name="Edgar Sanabria Reyes" userId="37e552f0-f4b0-4db2-b75f-2a375a60007c" providerId="ADAL" clId="{1B49228D-E42A-4068-9714-BE4E819B31BA}" dt="2022-12-11T22:11:02.302" v="1907" actId="1076"/>
        <pc:sldMkLst>
          <pc:docMk/>
          <pc:sldMk cId="2439487582" sldId="329"/>
        </pc:sldMkLst>
        <pc:spChg chg="mod">
          <ac:chgData name="Edgar Sanabria Reyes" userId="37e552f0-f4b0-4db2-b75f-2a375a60007c" providerId="ADAL" clId="{1B49228D-E42A-4068-9714-BE4E819B31BA}" dt="2022-12-11T22:08:04.564" v="1303" actId="20577"/>
          <ac:spMkLst>
            <pc:docMk/>
            <pc:sldMk cId="2439487582" sldId="329"/>
            <ac:spMk id="7" creationId="{6CA0B298-1C63-5D43-846F-3EF1F3F72592}"/>
          </ac:spMkLst>
        </pc:spChg>
        <pc:spChg chg="mod">
          <ac:chgData name="Edgar Sanabria Reyes" userId="37e552f0-f4b0-4db2-b75f-2a375a60007c" providerId="ADAL" clId="{1B49228D-E42A-4068-9714-BE4E819B31BA}" dt="2022-12-11T22:11:02.302" v="1907" actId="1076"/>
          <ac:spMkLst>
            <pc:docMk/>
            <pc:sldMk cId="2439487582" sldId="329"/>
            <ac:spMk id="9" creationId="{67B0FFFE-F8C5-4247-CB48-16592B6D8F02}"/>
          </ac:spMkLst>
        </pc:spChg>
        <pc:picChg chg="del">
          <ac:chgData name="Edgar Sanabria Reyes" userId="37e552f0-f4b0-4db2-b75f-2a375a60007c" providerId="ADAL" clId="{1B49228D-E42A-4068-9714-BE4E819B31BA}" dt="2022-12-11T22:06:10.598" v="1285" actId="478"/>
          <ac:picMkLst>
            <pc:docMk/>
            <pc:sldMk cId="2439487582" sldId="329"/>
            <ac:picMk id="3" creationId="{AE6B9CA8-8EA0-0305-7A44-256E5C4D486A}"/>
          </ac:picMkLst>
        </pc:picChg>
        <pc:picChg chg="add mod">
          <ac:chgData name="Edgar Sanabria Reyes" userId="37e552f0-f4b0-4db2-b75f-2a375a60007c" providerId="ADAL" clId="{1B49228D-E42A-4068-9714-BE4E819B31BA}" dt="2022-12-11T22:07:59.203" v="1289" actId="1076"/>
          <ac:picMkLst>
            <pc:docMk/>
            <pc:sldMk cId="2439487582" sldId="329"/>
            <ac:picMk id="4" creationId="{67C62404-776A-F516-CEED-49C346D61BF6}"/>
          </ac:picMkLst>
        </pc:picChg>
      </pc:sldChg>
      <pc:sldChg chg="del">
        <pc:chgData name="Edgar Sanabria Reyes" userId="37e552f0-f4b0-4db2-b75f-2a375a60007c" providerId="ADAL" clId="{1B49228D-E42A-4068-9714-BE4E819B31BA}" dt="2022-12-11T22:11:05.874" v="1908" actId="47"/>
        <pc:sldMkLst>
          <pc:docMk/>
          <pc:sldMk cId="132885540" sldId="330"/>
        </pc:sldMkLst>
      </pc:sldChg>
      <pc:sldChg chg="del">
        <pc:chgData name="Edgar Sanabria Reyes" userId="37e552f0-f4b0-4db2-b75f-2a375a60007c" providerId="ADAL" clId="{1B49228D-E42A-4068-9714-BE4E819B31BA}" dt="2022-12-11T22:11:06.777" v="1909" actId="47"/>
        <pc:sldMkLst>
          <pc:docMk/>
          <pc:sldMk cId="683449787" sldId="331"/>
        </pc:sldMkLst>
      </pc:sldChg>
      <pc:sldChg chg="mod modShow">
        <pc:chgData name="Edgar Sanabria Reyes" userId="37e552f0-f4b0-4db2-b75f-2a375a60007c" providerId="ADAL" clId="{1B49228D-E42A-4068-9714-BE4E819B31BA}" dt="2022-12-11T22:14:20.458" v="2224" actId="729"/>
        <pc:sldMkLst>
          <pc:docMk/>
          <pc:sldMk cId="474719877" sldId="333"/>
        </pc:sldMkLst>
      </pc:sldChg>
      <pc:sldChg chg="del">
        <pc:chgData name="Edgar Sanabria Reyes" userId="37e552f0-f4b0-4db2-b75f-2a375a60007c" providerId="ADAL" clId="{1B49228D-E42A-4068-9714-BE4E819B31BA}" dt="2022-12-11T23:05:44.579" v="3568" actId="47"/>
        <pc:sldMkLst>
          <pc:docMk/>
          <pc:sldMk cId="1277570156" sldId="364"/>
        </pc:sldMkLst>
      </pc:sldChg>
      <pc:sldChg chg="del">
        <pc:chgData name="Edgar Sanabria Reyes" userId="37e552f0-f4b0-4db2-b75f-2a375a60007c" providerId="ADAL" clId="{1B49228D-E42A-4068-9714-BE4E819B31BA}" dt="2022-12-11T22:14:33.849" v="2227" actId="47"/>
        <pc:sldMkLst>
          <pc:docMk/>
          <pc:sldMk cId="2076649997" sldId="365"/>
        </pc:sldMkLst>
      </pc:sldChg>
      <pc:sldChg chg="addSp delSp modSp add del mod">
        <pc:chgData name="Edgar Sanabria Reyes" userId="37e552f0-f4b0-4db2-b75f-2a375a60007c" providerId="ADAL" clId="{1B49228D-E42A-4068-9714-BE4E819B31BA}" dt="2022-12-11T23:05:10.208" v="3566" actId="1076"/>
        <pc:sldMkLst>
          <pc:docMk/>
          <pc:sldMk cId="3310712449" sldId="1430"/>
        </pc:sldMkLst>
        <pc:spChg chg="add mod ord">
          <ac:chgData name="Edgar Sanabria Reyes" userId="37e552f0-f4b0-4db2-b75f-2a375a60007c" providerId="ADAL" clId="{1B49228D-E42A-4068-9714-BE4E819B31BA}" dt="2022-12-11T23:02:45.871" v="3536" actId="1076"/>
          <ac:spMkLst>
            <pc:docMk/>
            <pc:sldMk cId="3310712449" sldId="1430"/>
            <ac:spMk id="2" creationId="{83337E3E-D123-E93C-1B84-D35BCA7513C4}"/>
          </ac:spMkLst>
        </pc:spChg>
        <pc:spChg chg="mod">
          <ac:chgData name="Edgar Sanabria Reyes" userId="37e552f0-f4b0-4db2-b75f-2a375a60007c" providerId="ADAL" clId="{1B49228D-E42A-4068-9714-BE4E819B31BA}" dt="2022-12-11T23:00:25.176" v="3490" actId="20577"/>
          <ac:spMkLst>
            <pc:docMk/>
            <pc:sldMk cId="3310712449" sldId="1430"/>
            <ac:spMk id="5" creationId="{514851F1-2420-2979-8611-CF14A050B22C}"/>
          </ac:spMkLst>
        </pc:spChg>
        <pc:spChg chg="del">
          <ac:chgData name="Edgar Sanabria Reyes" userId="37e552f0-f4b0-4db2-b75f-2a375a60007c" providerId="ADAL" clId="{1B49228D-E42A-4068-9714-BE4E819B31BA}" dt="2022-12-11T23:02:41.254" v="3535" actId="478"/>
          <ac:spMkLst>
            <pc:docMk/>
            <pc:sldMk cId="3310712449" sldId="1430"/>
            <ac:spMk id="6" creationId="{7C747DDB-8B28-7124-0896-5FF96860F1E6}"/>
          </ac:spMkLst>
        </pc:spChg>
        <pc:spChg chg="del">
          <ac:chgData name="Edgar Sanabria Reyes" userId="37e552f0-f4b0-4db2-b75f-2a375a60007c" providerId="ADAL" clId="{1B49228D-E42A-4068-9714-BE4E819B31BA}" dt="2022-12-11T23:02:40.154" v="3534" actId="478"/>
          <ac:spMkLst>
            <pc:docMk/>
            <pc:sldMk cId="3310712449" sldId="1430"/>
            <ac:spMk id="9" creationId="{00C6ADFC-28F5-A8B6-CDD6-C3A20C2C50B0}"/>
          </ac:spMkLst>
        </pc:spChg>
        <pc:spChg chg="del mod">
          <ac:chgData name="Edgar Sanabria Reyes" userId="37e552f0-f4b0-4db2-b75f-2a375a60007c" providerId="ADAL" clId="{1B49228D-E42A-4068-9714-BE4E819B31BA}" dt="2022-12-11T23:02:38.899" v="3533" actId="478"/>
          <ac:spMkLst>
            <pc:docMk/>
            <pc:sldMk cId="3310712449" sldId="1430"/>
            <ac:spMk id="10" creationId="{BEB30725-A4D6-9496-981B-E4ECB3EAD83D}"/>
          </ac:spMkLst>
        </pc:spChg>
        <pc:spChg chg="add mod">
          <ac:chgData name="Edgar Sanabria Reyes" userId="37e552f0-f4b0-4db2-b75f-2a375a60007c" providerId="ADAL" clId="{1B49228D-E42A-4068-9714-BE4E819B31BA}" dt="2022-12-11T23:05:00.238" v="3564" actId="255"/>
          <ac:spMkLst>
            <pc:docMk/>
            <pc:sldMk cId="3310712449" sldId="1430"/>
            <ac:spMk id="11" creationId="{7C286D16-82DE-3A4C-ADEE-6FCB5775EF35}"/>
          </ac:spMkLst>
        </pc:spChg>
        <pc:spChg chg="add mod">
          <ac:chgData name="Edgar Sanabria Reyes" userId="37e552f0-f4b0-4db2-b75f-2a375a60007c" providerId="ADAL" clId="{1B49228D-E42A-4068-9714-BE4E819B31BA}" dt="2022-12-11T23:05:10.208" v="3566" actId="1076"/>
          <ac:spMkLst>
            <pc:docMk/>
            <pc:sldMk cId="3310712449" sldId="1430"/>
            <ac:spMk id="13" creationId="{BFBB416D-A970-DAF0-98E3-1EA2C11DC527}"/>
          </ac:spMkLst>
        </pc:spChg>
        <pc:spChg chg="mod">
          <ac:chgData name="Edgar Sanabria Reyes" userId="37e552f0-f4b0-4db2-b75f-2a375a60007c" providerId="ADAL" clId="{1B49228D-E42A-4068-9714-BE4E819B31BA}" dt="2022-12-11T23:04:42.230" v="3563" actId="20577"/>
          <ac:spMkLst>
            <pc:docMk/>
            <pc:sldMk cId="3310712449" sldId="1430"/>
            <ac:spMk id="18" creationId="{D9AB13DB-2B95-8DC0-05D9-2106FC621D4F}"/>
          </ac:spMkLst>
        </pc:spChg>
        <pc:picChg chg="add mod">
          <ac:chgData name="Edgar Sanabria Reyes" userId="37e552f0-f4b0-4db2-b75f-2a375a60007c" providerId="ADAL" clId="{1B49228D-E42A-4068-9714-BE4E819B31BA}" dt="2022-12-11T23:03:16.709" v="3544" actId="1076"/>
          <ac:picMkLst>
            <pc:docMk/>
            <pc:sldMk cId="3310712449" sldId="1430"/>
            <ac:picMk id="3" creationId="{5317AAF5-ED1B-480B-1B21-17271B047E2F}"/>
          </ac:picMkLst>
        </pc:picChg>
        <pc:picChg chg="del">
          <ac:chgData name="Edgar Sanabria Reyes" userId="37e552f0-f4b0-4db2-b75f-2a375a60007c" providerId="ADAL" clId="{1B49228D-E42A-4068-9714-BE4E819B31BA}" dt="2022-12-11T23:02:57.910" v="3537" actId="478"/>
          <ac:picMkLst>
            <pc:docMk/>
            <pc:sldMk cId="3310712449" sldId="1430"/>
            <ac:picMk id="24" creationId="{BD5C0EAA-02B9-3905-F723-2B83CDF3A4C5}"/>
          </ac:picMkLst>
        </pc:picChg>
      </pc:sldChg>
      <pc:sldChg chg="del">
        <pc:chgData name="Edgar Sanabria Reyes" userId="37e552f0-f4b0-4db2-b75f-2a375a60007c" providerId="ADAL" clId="{1B49228D-E42A-4068-9714-BE4E819B31BA}" dt="2022-12-11T22:11:09.527" v="1910" actId="47"/>
        <pc:sldMkLst>
          <pc:docMk/>
          <pc:sldMk cId="1129019276" sldId="1431"/>
        </pc:sldMkLst>
      </pc:sldChg>
      <pc:sldChg chg="del">
        <pc:chgData name="Edgar Sanabria Reyes" userId="37e552f0-f4b0-4db2-b75f-2a375a60007c" providerId="ADAL" clId="{1B49228D-E42A-4068-9714-BE4E819B31BA}" dt="2022-12-11T23:05:44.579" v="3568" actId="47"/>
        <pc:sldMkLst>
          <pc:docMk/>
          <pc:sldMk cId="1438625366" sldId="1432"/>
        </pc:sldMkLst>
      </pc:sldChg>
      <pc:sldChg chg="addSp delSp modSp mod">
        <pc:chgData name="Edgar Sanabria Reyes" userId="37e552f0-f4b0-4db2-b75f-2a375a60007c" providerId="ADAL" clId="{1B49228D-E42A-4068-9714-BE4E819B31BA}" dt="2022-12-11T22:03:30.046" v="982" actId="1076"/>
        <pc:sldMkLst>
          <pc:docMk/>
          <pc:sldMk cId="1527424684" sldId="1433"/>
        </pc:sldMkLst>
        <pc:picChg chg="del">
          <ac:chgData name="Edgar Sanabria Reyes" userId="37e552f0-f4b0-4db2-b75f-2a375a60007c" providerId="ADAL" clId="{1B49228D-E42A-4068-9714-BE4E819B31BA}" dt="2022-12-11T22:01:01.608" v="973" actId="478"/>
          <ac:picMkLst>
            <pc:docMk/>
            <pc:sldMk cId="1527424684" sldId="1433"/>
            <ac:picMk id="3" creationId="{7028D32D-4B79-6E7E-3A31-3ED3689C2B90}"/>
          </ac:picMkLst>
        </pc:picChg>
        <pc:picChg chg="add mod">
          <ac:chgData name="Edgar Sanabria Reyes" userId="37e552f0-f4b0-4db2-b75f-2a375a60007c" providerId="ADAL" clId="{1B49228D-E42A-4068-9714-BE4E819B31BA}" dt="2022-12-11T22:03:30.046" v="982" actId="1076"/>
          <ac:picMkLst>
            <pc:docMk/>
            <pc:sldMk cId="1527424684" sldId="1433"/>
            <ac:picMk id="4" creationId="{5561B58A-B627-0E43-29D3-C933C9153A93}"/>
          </ac:picMkLst>
        </pc:picChg>
        <pc:picChg chg="add del mod">
          <ac:chgData name="Edgar Sanabria Reyes" userId="37e552f0-f4b0-4db2-b75f-2a375a60007c" providerId="ADAL" clId="{1B49228D-E42A-4068-9714-BE4E819B31BA}" dt="2022-12-11T22:02:44.051" v="981" actId="478"/>
          <ac:picMkLst>
            <pc:docMk/>
            <pc:sldMk cId="1527424684" sldId="1433"/>
            <ac:picMk id="6" creationId="{E6CD5270-DCB3-A689-81AE-71A3ACC1642B}"/>
          </ac:picMkLst>
        </pc:picChg>
      </pc:sldChg>
      <pc:sldChg chg="ord">
        <pc:chgData name="Edgar Sanabria Reyes" userId="37e552f0-f4b0-4db2-b75f-2a375a60007c" providerId="ADAL" clId="{1B49228D-E42A-4068-9714-BE4E819B31BA}" dt="2022-12-11T22:14:29.945" v="2226"/>
        <pc:sldMkLst>
          <pc:docMk/>
          <pc:sldMk cId="2056213610" sldId="1434"/>
        </pc:sldMkLst>
      </pc:sldChg>
      <pc:sldChg chg="modSp add mod">
        <pc:chgData name="Edgar Sanabria Reyes" userId="37e552f0-f4b0-4db2-b75f-2a375a60007c" providerId="ADAL" clId="{1B49228D-E42A-4068-9714-BE4E819B31BA}" dt="2022-12-11T23:18:01.995" v="3710" actId="20577"/>
        <pc:sldMkLst>
          <pc:docMk/>
          <pc:sldMk cId="936520167" sldId="1435"/>
        </pc:sldMkLst>
        <pc:spChg chg="mod">
          <ac:chgData name="Edgar Sanabria Reyes" userId="37e552f0-f4b0-4db2-b75f-2a375a60007c" providerId="ADAL" clId="{1B49228D-E42A-4068-9714-BE4E819B31BA}" dt="2022-12-11T23:18:01.995" v="3710" actId="20577"/>
          <ac:spMkLst>
            <pc:docMk/>
            <pc:sldMk cId="936520167" sldId="1435"/>
            <ac:spMk id="6" creationId="{CB37B12F-5469-2068-ABBF-0D66722A4CC1}"/>
          </ac:spMkLst>
        </pc:spChg>
        <pc:spChg chg="mod">
          <ac:chgData name="Edgar Sanabria Reyes" userId="37e552f0-f4b0-4db2-b75f-2a375a60007c" providerId="ADAL" clId="{1B49228D-E42A-4068-9714-BE4E819B31BA}" dt="2022-12-11T22:26:04.750" v="2467" actId="20577"/>
          <ac:spMkLst>
            <pc:docMk/>
            <pc:sldMk cId="936520167" sldId="1435"/>
            <ac:spMk id="7" creationId="{6CA0B298-1C63-5D43-846F-3EF1F3F72592}"/>
          </ac:spMkLst>
        </pc:spChg>
      </pc:sldChg>
      <pc:sldChg chg="modSp add mod">
        <pc:chgData name="Edgar Sanabria Reyes" userId="37e552f0-f4b0-4db2-b75f-2a375a60007c" providerId="ADAL" clId="{1B49228D-E42A-4068-9714-BE4E819B31BA}" dt="2022-12-11T23:08:00.321" v="3638" actId="1076"/>
        <pc:sldMkLst>
          <pc:docMk/>
          <pc:sldMk cId="1082717212" sldId="1436"/>
        </pc:sldMkLst>
        <pc:spChg chg="mod">
          <ac:chgData name="Edgar Sanabria Reyes" userId="37e552f0-f4b0-4db2-b75f-2a375a60007c" providerId="ADAL" clId="{1B49228D-E42A-4068-9714-BE4E819B31BA}" dt="2022-12-11T23:08:00.321" v="3638" actId="1076"/>
          <ac:spMkLst>
            <pc:docMk/>
            <pc:sldMk cId="1082717212" sldId="1436"/>
            <ac:spMk id="9" creationId="{39BC1ADB-A1C1-6FBE-AAFA-86117870473B}"/>
          </ac:spMkLst>
        </pc:spChg>
        <pc:graphicFrameChg chg="mod">
          <ac:chgData name="Edgar Sanabria Reyes" userId="37e552f0-f4b0-4db2-b75f-2a375a60007c" providerId="ADAL" clId="{1B49228D-E42A-4068-9714-BE4E819B31BA}" dt="2022-12-11T23:07:43.476" v="3634" actId="1076"/>
          <ac:graphicFrameMkLst>
            <pc:docMk/>
            <pc:sldMk cId="1082717212" sldId="1436"/>
            <ac:graphicFrameMk id="10" creationId="{4B36F8F6-85A3-D40D-AE27-D3C987FB9254}"/>
          </ac:graphicFrameMkLst>
        </pc:graphicFrameChg>
        <pc:graphicFrameChg chg="mod modGraphic">
          <ac:chgData name="Edgar Sanabria Reyes" userId="37e552f0-f4b0-4db2-b75f-2a375a60007c" providerId="ADAL" clId="{1B49228D-E42A-4068-9714-BE4E819B31BA}" dt="2022-12-11T23:07:49.330" v="3635" actId="1076"/>
          <ac:graphicFrameMkLst>
            <pc:docMk/>
            <pc:sldMk cId="1082717212" sldId="1436"/>
            <ac:graphicFrameMk id="11" creationId="{34FC0A08-2A1E-16A2-7901-1848D9A2304B}"/>
          </ac:graphicFrameMkLst>
        </pc:graphicFrameChg>
      </pc:sldChg>
    </pc:docChg>
  </pc:docChgLst>
  <pc:docChgLst>
    <pc:chgData name="Felipe Tellez Perez" userId="febf0869-aed4-40da-9551-dd7a1e8997cf" providerId="ADAL" clId="{DB180B8C-BE54-49CB-B473-ACBFBF200658}"/>
    <pc:docChg chg="undo custSel addSld delSld modSld">
      <pc:chgData name="Felipe Tellez Perez" userId="febf0869-aed4-40da-9551-dd7a1e8997cf" providerId="ADAL" clId="{DB180B8C-BE54-49CB-B473-ACBFBF200658}" dt="2023-02-15T21:38:15.346" v="114" actId="14100"/>
      <pc:docMkLst>
        <pc:docMk/>
      </pc:docMkLst>
      <pc:sldChg chg="add del">
        <pc:chgData name="Felipe Tellez Perez" userId="febf0869-aed4-40da-9551-dd7a1e8997cf" providerId="ADAL" clId="{DB180B8C-BE54-49CB-B473-ACBFBF200658}" dt="2023-02-15T21:32:44.759" v="8" actId="47"/>
        <pc:sldMkLst>
          <pc:docMk/>
          <pc:sldMk cId="1643151120" sldId="291"/>
        </pc:sldMkLst>
      </pc:sldChg>
      <pc:sldChg chg="modSp mod">
        <pc:chgData name="Felipe Tellez Perez" userId="febf0869-aed4-40da-9551-dd7a1e8997cf" providerId="ADAL" clId="{DB180B8C-BE54-49CB-B473-ACBFBF200658}" dt="2023-02-15T21:35:59.586" v="43" actId="13926"/>
        <pc:sldMkLst>
          <pc:docMk/>
          <pc:sldMk cId="3130874241" sldId="320"/>
        </pc:sldMkLst>
        <pc:spChg chg="mod">
          <ac:chgData name="Felipe Tellez Perez" userId="febf0869-aed4-40da-9551-dd7a1e8997cf" providerId="ADAL" clId="{DB180B8C-BE54-49CB-B473-ACBFBF200658}" dt="2023-02-15T21:35:59.586" v="43" actId="13926"/>
          <ac:spMkLst>
            <pc:docMk/>
            <pc:sldMk cId="3130874241" sldId="320"/>
            <ac:spMk id="5" creationId="{F4FC52F9-7F40-A86C-D50F-5D4A026AE0FE}"/>
          </ac:spMkLst>
        </pc:spChg>
      </pc:sldChg>
      <pc:sldChg chg="add del">
        <pc:chgData name="Felipe Tellez Perez" userId="febf0869-aed4-40da-9551-dd7a1e8997cf" providerId="ADAL" clId="{DB180B8C-BE54-49CB-B473-ACBFBF200658}" dt="2023-02-15T21:32:46.761" v="9" actId="47"/>
        <pc:sldMkLst>
          <pc:docMk/>
          <pc:sldMk cId="4076784845" sldId="380"/>
        </pc:sldMkLst>
      </pc:sldChg>
      <pc:sldChg chg="add del">
        <pc:chgData name="Felipe Tellez Perez" userId="febf0869-aed4-40da-9551-dd7a1e8997cf" providerId="ADAL" clId="{DB180B8C-BE54-49CB-B473-ACBFBF200658}" dt="2023-02-15T21:32:53.747" v="12" actId="47"/>
        <pc:sldMkLst>
          <pc:docMk/>
          <pc:sldMk cId="3685057069" sldId="395"/>
        </pc:sldMkLst>
      </pc:sldChg>
      <pc:sldChg chg="delSp modSp mod">
        <pc:chgData name="Felipe Tellez Perez" userId="febf0869-aed4-40da-9551-dd7a1e8997cf" providerId="ADAL" clId="{DB180B8C-BE54-49CB-B473-ACBFBF200658}" dt="2023-02-15T21:38:15.346" v="114" actId="14100"/>
        <pc:sldMkLst>
          <pc:docMk/>
          <pc:sldMk cId="1082717212" sldId="1436"/>
        </pc:sldMkLst>
        <pc:spChg chg="mod">
          <ac:chgData name="Felipe Tellez Perez" userId="febf0869-aed4-40da-9551-dd7a1e8997cf" providerId="ADAL" clId="{DB180B8C-BE54-49CB-B473-ACBFBF200658}" dt="2023-02-15T21:38:02.297" v="113" actId="1076"/>
          <ac:spMkLst>
            <pc:docMk/>
            <pc:sldMk cId="1082717212" sldId="1436"/>
            <ac:spMk id="9" creationId="{39BC1ADB-A1C1-6FBE-AAFA-86117870473B}"/>
          </ac:spMkLst>
        </pc:spChg>
        <pc:graphicFrameChg chg="mod modGraphic">
          <ac:chgData name="Felipe Tellez Perez" userId="febf0869-aed4-40da-9551-dd7a1e8997cf" providerId="ADAL" clId="{DB180B8C-BE54-49CB-B473-ACBFBF200658}" dt="2023-02-15T21:38:15.346" v="114" actId="14100"/>
          <ac:graphicFrameMkLst>
            <pc:docMk/>
            <pc:sldMk cId="1082717212" sldId="1436"/>
            <ac:graphicFrameMk id="2" creationId="{D245BE52-AD5C-F672-0F40-E1CEEDD83CD1}"/>
          </ac:graphicFrameMkLst>
        </pc:graphicFrameChg>
        <pc:graphicFrameChg chg="modGraphic">
          <ac:chgData name="Felipe Tellez Perez" userId="febf0869-aed4-40da-9551-dd7a1e8997cf" providerId="ADAL" clId="{DB180B8C-BE54-49CB-B473-ACBFBF200658}" dt="2023-02-15T21:37:11.258" v="91" actId="20577"/>
          <ac:graphicFrameMkLst>
            <pc:docMk/>
            <pc:sldMk cId="1082717212" sldId="1436"/>
            <ac:graphicFrameMk id="10" creationId="{4B36F8F6-85A3-D40D-AE27-D3C987FB9254}"/>
          </ac:graphicFrameMkLst>
        </pc:graphicFrameChg>
        <pc:graphicFrameChg chg="del">
          <ac:chgData name="Felipe Tellez Perez" userId="febf0869-aed4-40da-9551-dd7a1e8997cf" providerId="ADAL" clId="{DB180B8C-BE54-49CB-B473-ACBFBF200658}" dt="2023-02-15T21:37:29.741" v="92" actId="478"/>
          <ac:graphicFrameMkLst>
            <pc:docMk/>
            <pc:sldMk cId="1082717212" sldId="1436"/>
            <ac:graphicFrameMk id="11" creationId="{34FC0A08-2A1E-16A2-7901-1848D9A2304B}"/>
          </ac:graphicFrameMkLst>
        </pc:graphicFrameChg>
      </pc:sldChg>
    </pc:docChg>
  </pc:docChgLst>
  <pc:docChgLst>
    <pc:chgData name="Edgar Sanabria Reyes" userId="37e552f0-f4b0-4db2-b75f-2a375a60007c" providerId="ADAL" clId="{071C64C5-C8CC-4F8E-8DB1-D2C6FAE11C6F}"/>
    <pc:docChg chg="undo custSel addSld delSld modSld sldOrd">
      <pc:chgData name="Edgar Sanabria Reyes" userId="37e552f0-f4b0-4db2-b75f-2a375a60007c" providerId="ADAL" clId="{071C64C5-C8CC-4F8E-8DB1-D2C6FAE11C6F}" dt="2023-02-15T20:39:47.549" v="2565" actId="14100"/>
      <pc:docMkLst>
        <pc:docMk/>
      </pc:docMkLst>
      <pc:sldChg chg="modSp mod">
        <pc:chgData name="Edgar Sanabria Reyes" userId="37e552f0-f4b0-4db2-b75f-2a375a60007c" providerId="ADAL" clId="{071C64C5-C8CC-4F8E-8DB1-D2C6FAE11C6F}" dt="2023-02-15T19:36:42.301" v="26" actId="20577"/>
        <pc:sldMkLst>
          <pc:docMk/>
          <pc:sldMk cId="0" sldId="256"/>
        </pc:sldMkLst>
        <pc:spChg chg="mod">
          <ac:chgData name="Edgar Sanabria Reyes" userId="37e552f0-f4b0-4db2-b75f-2a375a60007c" providerId="ADAL" clId="{071C64C5-C8CC-4F8E-8DB1-D2C6FAE11C6F}" dt="2023-02-15T19:36:42.301" v="26" actId="20577"/>
          <ac:spMkLst>
            <pc:docMk/>
            <pc:sldMk cId="0" sldId="256"/>
            <ac:spMk id="9" creationId="{0A04D03A-D66F-8549-98C4-BA400E672AE0}"/>
          </ac:spMkLst>
        </pc:spChg>
        <pc:spChg chg="mod">
          <ac:chgData name="Edgar Sanabria Reyes" userId="37e552f0-f4b0-4db2-b75f-2a375a60007c" providerId="ADAL" clId="{071C64C5-C8CC-4F8E-8DB1-D2C6FAE11C6F}" dt="2023-02-15T19:36:36.589" v="15" actId="20577"/>
          <ac:spMkLst>
            <pc:docMk/>
            <pc:sldMk cId="0" sldId="256"/>
            <ac:spMk id="28" creationId="{00000000-0000-0000-0000-000000000000}"/>
          </ac:spMkLst>
        </pc:spChg>
      </pc:sldChg>
      <pc:sldChg chg="modSp mod">
        <pc:chgData name="Edgar Sanabria Reyes" userId="37e552f0-f4b0-4db2-b75f-2a375a60007c" providerId="ADAL" clId="{071C64C5-C8CC-4F8E-8DB1-D2C6FAE11C6F}" dt="2023-02-15T19:41:48.026" v="569" actId="20577"/>
        <pc:sldMkLst>
          <pc:docMk/>
          <pc:sldMk cId="2202086055" sldId="306"/>
        </pc:sldMkLst>
        <pc:spChg chg="mod">
          <ac:chgData name="Edgar Sanabria Reyes" userId="37e552f0-f4b0-4db2-b75f-2a375a60007c" providerId="ADAL" clId="{071C64C5-C8CC-4F8E-8DB1-D2C6FAE11C6F}" dt="2023-02-15T19:41:48.026" v="569" actId="20577"/>
          <ac:spMkLst>
            <pc:docMk/>
            <pc:sldMk cId="2202086055" sldId="306"/>
            <ac:spMk id="14" creationId="{06E21790-F8C4-9F42-B48A-B1A39F986319}"/>
          </ac:spMkLst>
        </pc:spChg>
      </pc:sldChg>
      <pc:sldChg chg="addSp delSp modSp mod">
        <pc:chgData name="Edgar Sanabria Reyes" userId="37e552f0-f4b0-4db2-b75f-2a375a60007c" providerId="ADAL" clId="{071C64C5-C8CC-4F8E-8DB1-D2C6FAE11C6F}" dt="2023-02-15T19:38:44.039" v="289" actId="20577"/>
        <pc:sldMkLst>
          <pc:docMk/>
          <pc:sldMk cId="3052502598" sldId="318"/>
        </pc:sldMkLst>
        <pc:spChg chg="mod">
          <ac:chgData name="Edgar Sanabria Reyes" userId="37e552f0-f4b0-4db2-b75f-2a375a60007c" providerId="ADAL" clId="{071C64C5-C8CC-4F8E-8DB1-D2C6FAE11C6F}" dt="2023-02-15T19:38:44.039" v="289" actId="20577"/>
          <ac:spMkLst>
            <pc:docMk/>
            <pc:sldMk cId="3052502598" sldId="318"/>
            <ac:spMk id="4" creationId="{E349689C-4F5C-5EAD-F104-50931B69525C}"/>
          </ac:spMkLst>
        </pc:spChg>
        <pc:picChg chg="add mod">
          <ac:chgData name="Edgar Sanabria Reyes" userId="37e552f0-f4b0-4db2-b75f-2a375a60007c" providerId="ADAL" clId="{071C64C5-C8CC-4F8E-8DB1-D2C6FAE11C6F}" dt="2023-02-15T19:37:46.018" v="31" actId="1076"/>
          <ac:picMkLst>
            <pc:docMk/>
            <pc:sldMk cId="3052502598" sldId="318"/>
            <ac:picMk id="2" creationId="{5ACDEBA2-EAEA-36AB-CBDC-C72902BA5518}"/>
          </ac:picMkLst>
        </pc:picChg>
        <pc:picChg chg="del">
          <ac:chgData name="Edgar Sanabria Reyes" userId="37e552f0-f4b0-4db2-b75f-2a375a60007c" providerId="ADAL" clId="{071C64C5-C8CC-4F8E-8DB1-D2C6FAE11C6F}" dt="2023-02-15T19:37:38.819" v="29" actId="478"/>
          <ac:picMkLst>
            <pc:docMk/>
            <pc:sldMk cId="3052502598" sldId="318"/>
            <ac:picMk id="1026" creationId="{0E643A5F-8D0F-34E5-A2DA-A33EA5A17CB1}"/>
          </ac:picMkLst>
        </pc:picChg>
      </pc:sldChg>
      <pc:sldChg chg="addSp delSp modSp mod">
        <pc:chgData name="Edgar Sanabria Reyes" userId="37e552f0-f4b0-4db2-b75f-2a375a60007c" providerId="ADAL" clId="{071C64C5-C8CC-4F8E-8DB1-D2C6FAE11C6F}" dt="2023-02-15T19:46:41.705" v="772" actId="14100"/>
        <pc:sldMkLst>
          <pc:docMk/>
          <pc:sldMk cId="1563832160" sldId="319"/>
        </pc:sldMkLst>
        <pc:spChg chg="mod">
          <ac:chgData name="Edgar Sanabria Reyes" userId="37e552f0-f4b0-4db2-b75f-2a375a60007c" providerId="ADAL" clId="{071C64C5-C8CC-4F8E-8DB1-D2C6FAE11C6F}" dt="2023-02-15T19:46:41.705" v="772" actId="14100"/>
          <ac:spMkLst>
            <pc:docMk/>
            <pc:sldMk cId="1563832160" sldId="319"/>
            <ac:spMk id="5" creationId="{F4FC52F9-7F40-A86C-D50F-5D4A026AE0FE}"/>
          </ac:spMkLst>
        </pc:spChg>
        <pc:picChg chg="del">
          <ac:chgData name="Edgar Sanabria Reyes" userId="37e552f0-f4b0-4db2-b75f-2a375a60007c" providerId="ADAL" clId="{071C64C5-C8CC-4F8E-8DB1-D2C6FAE11C6F}" dt="2023-02-15T19:45:14.891" v="644" actId="478"/>
          <ac:picMkLst>
            <pc:docMk/>
            <pc:sldMk cId="1563832160" sldId="319"/>
            <ac:picMk id="2" creationId="{1BEC5C77-D2C0-0AD5-CC40-06BDB47B11AD}"/>
          </ac:picMkLst>
        </pc:picChg>
        <pc:picChg chg="add mod">
          <ac:chgData name="Edgar Sanabria Reyes" userId="37e552f0-f4b0-4db2-b75f-2a375a60007c" providerId="ADAL" clId="{071C64C5-C8CC-4F8E-8DB1-D2C6FAE11C6F}" dt="2023-02-15T19:45:38.803" v="649" actId="1076"/>
          <ac:picMkLst>
            <pc:docMk/>
            <pc:sldMk cId="1563832160" sldId="319"/>
            <ac:picMk id="3" creationId="{469CEDBA-E3E4-24DA-0C14-DFE77659C01D}"/>
          </ac:picMkLst>
        </pc:picChg>
      </pc:sldChg>
      <pc:sldChg chg="modSp mod">
        <pc:chgData name="Edgar Sanabria Reyes" userId="37e552f0-f4b0-4db2-b75f-2a375a60007c" providerId="ADAL" clId="{071C64C5-C8CC-4F8E-8DB1-D2C6FAE11C6F}" dt="2023-02-15T20:32:43.640" v="2473" actId="20577"/>
        <pc:sldMkLst>
          <pc:docMk/>
          <pc:sldMk cId="3130874241" sldId="320"/>
        </pc:sldMkLst>
        <pc:spChg chg="mod">
          <ac:chgData name="Edgar Sanabria Reyes" userId="37e552f0-f4b0-4db2-b75f-2a375a60007c" providerId="ADAL" clId="{071C64C5-C8CC-4F8E-8DB1-D2C6FAE11C6F}" dt="2023-02-15T20:32:43.640" v="2473" actId="20577"/>
          <ac:spMkLst>
            <pc:docMk/>
            <pc:sldMk cId="3130874241" sldId="320"/>
            <ac:spMk id="5" creationId="{F4FC52F9-7F40-A86C-D50F-5D4A026AE0FE}"/>
          </ac:spMkLst>
        </pc:spChg>
      </pc:sldChg>
      <pc:sldChg chg="modSp mod">
        <pc:chgData name="Edgar Sanabria Reyes" userId="37e552f0-f4b0-4db2-b75f-2a375a60007c" providerId="ADAL" clId="{071C64C5-C8CC-4F8E-8DB1-D2C6FAE11C6F}" dt="2023-02-15T20:34:36.064" v="2486" actId="20577"/>
        <pc:sldMkLst>
          <pc:docMk/>
          <pc:sldMk cId="208087626" sldId="321"/>
        </pc:sldMkLst>
        <pc:spChg chg="mod">
          <ac:chgData name="Edgar Sanabria Reyes" userId="37e552f0-f4b0-4db2-b75f-2a375a60007c" providerId="ADAL" clId="{071C64C5-C8CC-4F8E-8DB1-D2C6FAE11C6F}" dt="2023-02-15T20:34:36.064" v="2486" actId="20577"/>
          <ac:spMkLst>
            <pc:docMk/>
            <pc:sldMk cId="208087626" sldId="321"/>
            <ac:spMk id="6" creationId="{CB37B12F-5469-2068-ABBF-0D66722A4CC1}"/>
          </ac:spMkLst>
        </pc:spChg>
      </pc:sldChg>
      <pc:sldChg chg="addSp modSp mod">
        <pc:chgData name="Edgar Sanabria Reyes" userId="37e552f0-f4b0-4db2-b75f-2a375a60007c" providerId="ADAL" clId="{071C64C5-C8CC-4F8E-8DB1-D2C6FAE11C6F}" dt="2023-02-15T20:02:33.214" v="1030" actId="1038"/>
        <pc:sldMkLst>
          <pc:docMk/>
          <pc:sldMk cId="936055546" sldId="322"/>
        </pc:sldMkLst>
        <pc:spChg chg="add mod">
          <ac:chgData name="Edgar Sanabria Reyes" userId="37e552f0-f4b0-4db2-b75f-2a375a60007c" providerId="ADAL" clId="{071C64C5-C8CC-4F8E-8DB1-D2C6FAE11C6F}" dt="2023-02-15T20:02:23.316" v="1023" actId="14100"/>
          <ac:spMkLst>
            <pc:docMk/>
            <pc:sldMk cId="936055546" sldId="322"/>
            <ac:spMk id="2" creationId="{8CFB2256-CE4E-29DB-B594-98E420E209AE}"/>
          </ac:spMkLst>
        </pc:spChg>
        <pc:spChg chg="add mod">
          <ac:chgData name="Edgar Sanabria Reyes" userId="37e552f0-f4b0-4db2-b75f-2a375a60007c" providerId="ADAL" clId="{071C64C5-C8CC-4F8E-8DB1-D2C6FAE11C6F}" dt="2023-02-15T20:02:05.818" v="1017" actId="1076"/>
          <ac:spMkLst>
            <pc:docMk/>
            <pc:sldMk cId="936055546" sldId="322"/>
            <ac:spMk id="3" creationId="{8AFBE199-6899-4FED-F3B9-73C1FA663B27}"/>
          </ac:spMkLst>
        </pc:spChg>
        <pc:spChg chg="mod">
          <ac:chgData name="Edgar Sanabria Reyes" userId="37e552f0-f4b0-4db2-b75f-2a375a60007c" providerId="ADAL" clId="{071C64C5-C8CC-4F8E-8DB1-D2C6FAE11C6F}" dt="2023-02-15T20:01:13.174" v="1003" actId="14100"/>
          <ac:spMkLst>
            <pc:docMk/>
            <pc:sldMk cId="936055546" sldId="322"/>
            <ac:spMk id="17" creationId="{4AD2B97F-FFA1-20E9-94F4-2066D576ACA9}"/>
          </ac:spMkLst>
        </pc:spChg>
        <pc:picChg chg="add mod">
          <ac:chgData name="Edgar Sanabria Reyes" userId="37e552f0-f4b0-4db2-b75f-2a375a60007c" providerId="ADAL" clId="{071C64C5-C8CC-4F8E-8DB1-D2C6FAE11C6F}" dt="2023-02-15T20:02:33.214" v="1030" actId="1038"/>
          <ac:picMkLst>
            <pc:docMk/>
            <pc:sldMk cId="936055546" sldId="322"/>
            <ac:picMk id="4" creationId="{AC3D029F-851E-08B5-1D3E-472E76ADBB41}"/>
          </ac:picMkLst>
        </pc:picChg>
      </pc:sldChg>
      <pc:sldChg chg="modSp mod">
        <pc:chgData name="Edgar Sanabria Reyes" userId="37e552f0-f4b0-4db2-b75f-2a375a60007c" providerId="ADAL" clId="{071C64C5-C8CC-4F8E-8DB1-D2C6FAE11C6F}" dt="2023-02-15T20:03:03.483" v="1033" actId="20577"/>
        <pc:sldMkLst>
          <pc:docMk/>
          <pc:sldMk cId="2982793187" sldId="323"/>
        </pc:sldMkLst>
        <pc:spChg chg="mod">
          <ac:chgData name="Edgar Sanabria Reyes" userId="37e552f0-f4b0-4db2-b75f-2a375a60007c" providerId="ADAL" clId="{071C64C5-C8CC-4F8E-8DB1-D2C6FAE11C6F}" dt="2023-02-15T20:03:03.483" v="1033" actId="20577"/>
          <ac:spMkLst>
            <pc:docMk/>
            <pc:sldMk cId="2982793187" sldId="323"/>
            <ac:spMk id="9" creationId="{D9ED986B-74A9-1FE9-3177-D7477E388ED5}"/>
          </ac:spMkLst>
        </pc:spChg>
      </pc:sldChg>
      <pc:sldChg chg="addSp delSp modSp mod modShow">
        <pc:chgData name="Edgar Sanabria Reyes" userId="37e552f0-f4b0-4db2-b75f-2a375a60007c" providerId="ADAL" clId="{071C64C5-C8CC-4F8E-8DB1-D2C6FAE11C6F}" dt="2023-02-15T20:39:47.549" v="2565" actId="14100"/>
        <pc:sldMkLst>
          <pc:docMk/>
          <pc:sldMk cId="3364352984" sldId="324"/>
        </pc:sldMkLst>
        <pc:picChg chg="add del mod">
          <ac:chgData name="Edgar Sanabria Reyes" userId="37e552f0-f4b0-4db2-b75f-2a375a60007c" providerId="ADAL" clId="{071C64C5-C8CC-4F8E-8DB1-D2C6FAE11C6F}" dt="2023-02-15T20:39:41.059" v="2562" actId="478"/>
          <ac:picMkLst>
            <pc:docMk/>
            <pc:sldMk cId="3364352984" sldId="324"/>
            <ac:picMk id="2" creationId="{B490DADE-F204-4962-0485-92F36EE3130D}"/>
          </ac:picMkLst>
        </pc:picChg>
        <pc:picChg chg="add mod">
          <ac:chgData name="Edgar Sanabria Reyes" userId="37e552f0-f4b0-4db2-b75f-2a375a60007c" providerId="ADAL" clId="{071C64C5-C8CC-4F8E-8DB1-D2C6FAE11C6F}" dt="2023-02-15T20:39:47.549" v="2565" actId="14100"/>
          <ac:picMkLst>
            <pc:docMk/>
            <pc:sldMk cId="3364352984" sldId="324"/>
            <ac:picMk id="4" creationId="{AA634E76-8EAD-0A80-87E9-B6F070E8911D}"/>
          </ac:picMkLst>
        </pc:picChg>
      </pc:sldChg>
      <pc:sldChg chg="modSp mod">
        <pc:chgData name="Edgar Sanabria Reyes" userId="37e552f0-f4b0-4db2-b75f-2a375a60007c" providerId="ADAL" clId="{071C64C5-C8CC-4F8E-8DB1-D2C6FAE11C6F}" dt="2023-02-15T20:31:28.291" v="2366" actId="20577"/>
        <pc:sldMkLst>
          <pc:docMk/>
          <pc:sldMk cId="1092845356" sldId="325"/>
        </pc:sldMkLst>
        <pc:spChg chg="mod">
          <ac:chgData name="Edgar Sanabria Reyes" userId="37e552f0-f4b0-4db2-b75f-2a375a60007c" providerId="ADAL" clId="{071C64C5-C8CC-4F8E-8DB1-D2C6FAE11C6F}" dt="2023-02-15T20:31:28.291" v="2366" actId="20577"/>
          <ac:spMkLst>
            <pc:docMk/>
            <pc:sldMk cId="1092845356" sldId="325"/>
            <ac:spMk id="6" creationId="{0A939278-23C7-C101-0BF1-657EC8DBACF9}"/>
          </ac:spMkLst>
        </pc:spChg>
      </pc:sldChg>
      <pc:sldChg chg="modSp mod">
        <pc:chgData name="Edgar Sanabria Reyes" userId="37e552f0-f4b0-4db2-b75f-2a375a60007c" providerId="ADAL" clId="{071C64C5-C8CC-4F8E-8DB1-D2C6FAE11C6F}" dt="2023-02-15T20:21:48.671" v="1717" actId="6549"/>
        <pc:sldMkLst>
          <pc:docMk/>
          <pc:sldMk cId="737590706" sldId="326"/>
        </pc:sldMkLst>
        <pc:spChg chg="mod">
          <ac:chgData name="Edgar Sanabria Reyes" userId="37e552f0-f4b0-4db2-b75f-2a375a60007c" providerId="ADAL" clId="{071C64C5-C8CC-4F8E-8DB1-D2C6FAE11C6F}" dt="2023-02-15T20:21:48.671" v="1717" actId="6549"/>
          <ac:spMkLst>
            <pc:docMk/>
            <pc:sldMk cId="737590706" sldId="326"/>
            <ac:spMk id="6" creationId="{6B64500B-B1BE-105A-32BC-DE96DDC0AB3E}"/>
          </ac:spMkLst>
        </pc:spChg>
      </pc:sldChg>
      <pc:sldChg chg="addSp delSp modSp mod">
        <pc:chgData name="Edgar Sanabria Reyes" userId="37e552f0-f4b0-4db2-b75f-2a375a60007c" providerId="ADAL" clId="{071C64C5-C8CC-4F8E-8DB1-D2C6FAE11C6F}" dt="2023-02-15T20:30:26.320" v="2125" actId="1076"/>
        <pc:sldMkLst>
          <pc:docMk/>
          <pc:sldMk cId="2439487582" sldId="329"/>
        </pc:sldMkLst>
        <pc:spChg chg="add mod">
          <ac:chgData name="Edgar Sanabria Reyes" userId="37e552f0-f4b0-4db2-b75f-2a375a60007c" providerId="ADAL" clId="{071C64C5-C8CC-4F8E-8DB1-D2C6FAE11C6F}" dt="2023-02-15T20:30:20.058" v="2124" actId="20577"/>
          <ac:spMkLst>
            <pc:docMk/>
            <pc:sldMk cId="2439487582" sldId="329"/>
            <ac:spMk id="5" creationId="{B1970A53-CEBB-7F7F-1358-A5D3A3BF12C1}"/>
          </ac:spMkLst>
        </pc:spChg>
        <pc:spChg chg="add mod">
          <ac:chgData name="Edgar Sanabria Reyes" userId="37e552f0-f4b0-4db2-b75f-2a375a60007c" providerId="ADAL" clId="{071C64C5-C8CC-4F8E-8DB1-D2C6FAE11C6F}" dt="2023-02-15T20:30:26.320" v="2125" actId="1076"/>
          <ac:spMkLst>
            <pc:docMk/>
            <pc:sldMk cId="2439487582" sldId="329"/>
            <ac:spMk id="6" creationId="{A1DEEF3D-6A4E-8B18-BE64-DA6821CB1B6F}"/>
          </ac:spMkLst>
        </pc:spChg>
        <pc:spChg chg="mod">
          <ac:chgData name="Edgar Sanabria Reyes" userId="37e552f0-f4b0-4db2-b75f-2a375a60007c" providerId="ADAL" clId="{071C64C5-C8CC-4F8E-8DB1-D2C6FAE11C6F}" dt="2023-02-15T19:48:16.650" v="788" actId="20577"/>
          <ac:spMkLst>
            <pc:docMk/>
            <pc:sldMk cId="2439487582" sldId="329"/>
            <ac:spMk id="7" creationId="{6CA0B298-1C63-5D43-846F-3EF1F3F72592}"/>
          </ac:spMkLst>
        </pc:spChg>
        <pc:spChg chg="del">
          <ac:chgData name="Edgar Sanabria Reyes" userId="37e552f0-f4b0-4db2-b75f-2a375a60007c" providerId="ADAL" clId="{071C64C5-C8CC-4F8E-8DB1-D2C6FAE11C6F}" dt="2023-02-15T19:48:04.023" v="774" actId="478"/>
          <ac:spMkLst>
            <pc:docMk/>
            <pc:sldMk cId="2439487582" sldId="329"/>
            <ac:spMk id="9" creationId="{67B0FFFE-F8C5-4247-CB48-16592B6D8F02}"/>
          </ac:spMkLst>
        </pc:spChg>
        <pc:graphicFrameChg chg="add mod modGraphic">
          <ac:chgData name="Edgar Sanabria Reyes" userId="37e552f0-f4b0-4db2-b75f-2a375a60007c" providerId="ADAL" clId="{071C64C5-C8CC-4F8E-8DB1-D2C6FAE11C6F}" dt="2023-02-15T20:29:23.436" v="2056" actId="1076"/>
          <ac:graphicFrameMkLst>
            <pc:docMk/>
            <pc:sldMk cId="2439487582" sldId="329"/>
            <ac:graphicFrameMk id="2" creationId="{09E9204F-BB90-AC5C-0F2E-A778DB552F37}"/>
          </ac:graphicFrameMkLst>
        </pc:graphicFrameChg>
        <pc:graphicFrameChg chg="add mod modGraphic">
          <ac:chgData name="Edgar Sanabria Reyes" userId="37e552f0-f4b0-4db2-b75f-2a375a60007c" providerId="ADAL" clId="{071C64C5-C8CC-4F8E-8DB1-D2C6FAE11C6F}" dt="2023-02-15T20:29:19.449" v="2055" actId="14100"/>
          <ac:graphicFrameMkLst>
            <pc:docMk/>
            <pc:sldMk cId="2439487582" sldId="329"/>
            <ac:graphicFrameMk id="3" creationId="{1060FDC9-F638-9EF7-E274-0C87E8626791}"/>
          </ac:graphicFrameMkLst>
        </pc:graphicFrameChg>
        <pc:picChg chg="del">
          <ac:chgData name="Edgar Sanabria Reyes" userId="37e552f0-f4b0-4db2-b75f-2a375a60007c" providerId="ADAL" clId="{071C64C5-C8CC-4F8E-8DB1-D2C6FAE11C6F}" dt="2023-02-15T19:48:01.546" v="773" actId="478"/>
          <ac:picMkLst>
            <pc:docMk/>
            <pc:sldMk cId="2439487582" sldId="329"/>
            <ac:picMk id="4" creationId="{67C62404-776A-F516-CEED-49C346D61BF6}"/>
          </ac:picMkLst>
        </pc:picChg>
      </pc:sldChg>
      <pc:sldChg chg="del">
        <pc:chgData name="Edgar Sanabria Reyes" userId="37e552f0-f4b0-4db2-b75f-2a375a60007c" providerId="ADAL" clId="{071C64C5-C8CC-4F8E-8DB1-D2C6FAE11C6F}" dt="2023-02-15T20:32:56.410" v="2474" actId="47"/>
        <pc:sldMkLst>
          <pc:docMk/>
          <pc:sldMk cId="474719877" sldId="333"/>
        </pc:sldMkLst>
      </pc:sldChg>
      <pc:sldChg chg="del">
        <pc:chgData name="Edgar Sanabria Reyes" userId="37e552f0-f4b0-4db2-b75f-2a375a60007c" providerId="ADAL" clId="{071C64C5-C8CC-4F8E-8DB1-D2C6FAE11C6F}" dt="2023-02-15T19:54:19.218" v="911" actId="47"/>
        <pc:sldMkLst>
          <pc:docMk/>
          <pc:sldMk cId="3310712449" sldId="1430"/>
        </pc:sldMkLst>
      </pc:sldChg>
      <pc:sldChg chg="addSp delSp modSp mod">
        <pc:chgData name="Edgar Sanabria Reyes" userId="37e552f0-f4b0-4db2-b75f-2a375a60007c" providerId="ADAL" clId="{071C64C5-C8CC-4F8E-8DB1-D2C6FAE11C6F}" dt="2023-02-15T19:43:21.551" v="588" actId="14100"/>
        <pc:sldMkLst>
          <pc:docMk/>
          <pc:sldMk cId="1527424684" sldId="1433"/>
        </pc:sldMkLst>
        <pc:spChg chg="add mod">
          <ac:chgData name="Edgar Sanabria Reyes" userId="37e552f0-f4b0-4db2-b75f-2a375a60007c" providerId="ADAL" clId="{071C64C5-C8CC-4F8E-8DB1-D2C6FAE11C6F}" dt="2023-02-15T19:43:13.034" v="587" actId="255"/>
          <ac:spMkLst>
            <pc:docMk/>
            <pc:sldMk cId="1527424684" sldId="1433"/>
            <ac:spMk id="3" creationId="{D3F52770-5F3F-2EEB-0F05-1C64EB651552}"/>
          </ac:spMkLst>
        </pc:spChg>
        <pc:picChg chg="add mod">
          <ac:chgData name="Edgar Sanabria Reyes" userId="37e552f0-f4b0-4db2-b75f-2a375a60007c" providerId="ADAL" clId="{071C64C5-C8CC-4F8E-8DB1-D2C6FAE11C6F}" dt="2023-02-15T19:43:21.551" v="588" actId="14100"/>
          <ac:picMkLst>
            <pc:docMk/>
            <pc:sldMk cId="1527424684" sldId="1433"/>
            <ac:picMk id="2" creationId="{59A731C9-8CDD-132D-3A45-F12C33C4C9C5}"/>
          </ac:picMkLst>
        </pc:picChg>
        <pc:picChg chg="del">
          <ac:chgData name="Edgar Sanabria Reyes" userId="37e552f0-f4b0-4db2-b75f-2a375a60007c" providerId="ADAL" clId="{071C64C5-C8CC-4F8E-8DB1-D2C6FAE11C6F}" dt="2023-02-15T19:42:10.301" v="570" actId="478"/>
          <ac:picMkLst>
            <pc:docMk/>
            <pc:sldMk cId="1527424684" sldId="1433"/>
            <ac:picMk id="4" creationId="{5561B58A-B627-0E43-29D3-C933C9153A93}"/>
          </ac:picMkLst>
        </pc:picChg>
      </pc:sldChg>
      <pc:sldChg chg="del">
        <pc:chgData name="Edgar Sanabria Reyes" userId="37e552f0-f4b0-4db2-b75f-2a375a60007c" providerId="ADAL" clId="{071C64C5-C8CC-4F8E-8DB1-D2C6FAE11C6F}" dt="2023-02-15T20:32:56.410" v="2474" actId="47"/>
        <pc:sldMkLst>
          <pc:docMk/>
          <pc:sldMk cId="2056213610" sldId="1434"/>
        </pc:sldMkLst>
      </pc:sldChg>
      <pc:sldChg chg="del">
        <pc:chgData name="Edgar Sanabria Reyes" userId="37e552f0-f4b0-4db2-b75f-2a375a60007c" providerId="ADAL" clId="{071C64C5-C8CC-4F8E-8DB1-D2C6FAE11C6F}" dt="2023-02-15T19:54:18.154" v="910" actId="47"/>
        <pc:sldMkLst>
          <pc:docMk/>
          <pc:sldMk cId="936520167" sldId="1435"/>
        </pc:sldMkLst>
      </pc:sldChg>
      <pc:sldChg chg="addSp modSp mod">
        <pc:chgData name="Edgar Sanabria Reyes" userId="37e552f0-f4b0-4db2-b75f-2a375a60007c" providerId="ADAL" clId="{071C64C5-C8CC-4F8E-8DB1-D2C6FAE11C6F}" dt="2023-02-15T20:36:46.783" v="2561" actId="20577"/>
        <pc:sldMkLst>
          <pc:docMk/>
          <pc:sldMk cId="1082717212" sldId="1436"/>
        </pc:sldMkLst>
        <pc:spChg chg="mod">
          <ac:chgData name="Edgar Sanabria Reyes" userId="37e552f0-f4b0-4db2-b75f-2a375a60007c" providerId="ADAL" clId="{071C64C5-C8CC-4F8E-8DB1-D2C6FAE11C6F}" dt="2023-02-15T20:33:37.441" v="2479" actId="13926"/>
          <ac:spMkLst>
            <pc:docMk/>
            <pc:sldMk cId="1082717212" sldId="1436"/>
            <ac:spMk id="9" creationId="{39BC1ADB-A1C1-6FBE-AAFA-86117870473B}"/>
          </ac:spMkLst>
        </pc:spChg>
        <pc:graphicFrameChg chg="add mod modGraphic">
          <ac:chgData name="Edgar Sanabria Reyes" userId="37e552f0-f4b0-4db2-b75f-2a375a60007c" providerId="ADAL" clId="{071C64C5-C8CC-4F8E-8DB1-D2C6FAE11C6F}" dt="2023-02-15T20:36:46.783" v="2561" actId="20577"/>
          <ac:graphicFrameMkLst>
            <pc:docMk/>
            <pc:sldMk cId="1082717212" sldId="1436"/>
            <ac:graphicFrameMk id="2" creationId="{D245BE52-AD5C-F672-0F40-E1CEEDD83CD1}"/>
          </ac:graphicFrameMkLst>
        </pc:graphicFrameChg>
        <pc:graphicFrameChg chg="modGraphic">
          <ac:chgData name="Edgar Sanabria Reyes" userId="37e552f0-f4b0-4db2-b75f-2a375a60007c" providerId="ADAL" clId="{071C64C5-C8CC-4F8E-8DB1-D2C6FAE11C6F}" dt="2023-02-15T20:35:21.260" v="2526" actId="20577"/>
          <ac:graphicFrameMkLst>
            <pc:docMk/>
            <pc:sldMk cId="1082717212" sldId="1436"/>
            <ac:graphicFrameMk id="10" creationId="{4B36F8F6-85A3-D40D-AE27-D3C987FB9254}"/>
          </ac:graphicFrameMkLst>
        </pc:graphicFrameChg>
        <pc:graphicFrameChg chg="mod modGraphic">
          <ac:chgData name="Edgar Sanabria Reyes" userId="37e552f0-f4b0-4db2-b75f-2a375a60007c" providerId="ADAL" clId="{071C64C5-C8CC-4F8E-8DB1-D2C6FAE11C6F}" dt="2023-02-15T20:35:56.355" v="2542" actId="14100"/>
          <ac:graphicFrameMkLst>
            <pc:docMk/>
            <pc:sldMk cId="1082717212" sldId="1436"/>
            <ac:graphicFrameMk id="11" creationId="{34FC0A08-2A1E-16A2-7901-1848D9A2304B}"/>
          </ac:graphicFrameMkLst>
        </pc:graphicFrameChg>
      </pc:sldChg>
      <pc:sldChg chg="addSp modSp add mod">
        <pc:chgData name="Edgar Sanabria Reyes" userId="37e552f0-f4b0-4db2-b75f-2a375a60007c" providerId="ADAL" clId="{071C64C5-C8CC-4F8E-8DB1-D2C6FAE11C6F}" dt="2023-02-15T19:50:05.989" v="834" actId="14100"/>
        <pc:sldMkLst>
          <pc:docMk/>
          <pc:sldMk cId="200071135" sldId="1437"/>
        </pc:sldMkLst>
        <pc:spChg chg="add mod">
          <ac:chgData name="Edgar Sanabria Reyes" userId="37e552f0-f4b0-4db2-b75f-2a375a60007c" providerId="ADAL" clId="{071C64C5-C8CC-4F8E-8DB1-D2C6FAE11C6F}" dt="2023-02-15T19:50:03.260" v="833" actId="1076"/>
          <ac:spMkLst>
            <pc:docMk/>
            <pc:sldMk cId="200071135" sldId="1437"/>
            <ac:spMk id="3" creationId="{367942BC-F151-9FD5-53AD-B0BE3091FD74}"/>
          </ac:spMkLst>
        </pc:spChg>
        <pc:spChg chg="mod">
          <ac:chgData name="Edgar Sanabria Reyes" userId="37e552f0-f4b0-4db2-b75f-2a375a60007c" providerId="ADAL" clId="{071C64C5-C8CC-4F8E-8DB1-D2C6FAE11C6F}" dt="2023-02-15T19:48:38.232" v="815" actId="20577"/>
          <ac:spMkLst>
            <pc:docMk/>
            <pc:sldMk cId="200071135" sldId="1437"/>
            <ac:spMk id="7" creationId="{6CA0B298-1C63-5D43-846F-3EF1F3F72592}"/>
          </ac:spMkLst>
        </pc:spChg>
        <pc:picChg chg="add mod">
          <ac:chgData name="Edgar Sanabria Reyes" userId="37e552f0-f4b0-4db2-b75f-2a375a60007c" providerId="ADAL" clId="{071C64C5-C8CC-4F8E-8DB1-D2C6FAE11C6F}" dt="2023-02-15T19:50:05.989" v="834" actId="14100"/>
          <ac:picMkLst>
            <pc:docMk/>
            <pc:sldMk cId="200071135" sldId="1437"/>
            <ac:picMk id="2" creationId="{D6DAEA5B-ED75-DC5A-D875-3E2D3FD2DC0B}"/>
          </ac:picMkLst>
        </pc:picChg>
      </pc:sldChg>
      <pc:sldChg chg="addSp delSp modSp add mod">
        <pc:chgData name="Edgar Sanabria Reyes" userId="37e552f0-f4b0-4db2-b75f-2a375a60007c" providerId="ADAL" clId="{071C64C5-C8CC-4F8E-8DB1-D2C6FAE11C6F}" dt="2023-02-15T19:51:58.682" v="879"/>
        <pc:sldMkLst>
          <pc:docMk/>
          <pc:sldMk cId="115942150" sldId="1438"/>
        </pc:sldMkLst>
        <pc:spChg chg="del">
          <ac:chgData name="Edgar Sanabria Reyes" userId="37e552f0-f4b0-4db2-b75f-2a375a60007c" providerId="ADAL" clId="{071C64C5-C8CC-4F8E-8DB1-D2C6FAE11C6F}" dt="2023-02-15T19:50:50.768" v="859" actId="478"/>
          <ac:spMkLst>
            <pc:docMk/>
            <pc:sldMk cId="115942150" sldId="1438"/>
            <ac:spMk id="3" creationId="{367942BC-F151-9FD5-53AD-B0BE3091FD74}"/>
          </ac:spMkLst>
        </pc:spChg>
        <pc:spChg chg="add mod">
          <ac:chgData name="Edgar Sanabria Reyes" userId="37e552f0-f4b0-4db2-b75f-2a375a60007c" providerId="ADAL" clId="{071C64C5-C8CC-4F8E-8DB1-D2C6FAE11C6F}" dt="2023-02-15T19:51:31.605" v="870" actId="179"/>
          <ac:spMkLst>
            <pc:docMk/>
            <pc:sldMk cId="115942150" sldId="1438"/>
            <ac:spMk id="4" creationId="{92785542-9203-AECD-2A78-672B08752823}"/>
          </ac:spMkLst>
        </pc:spChg>
        <pc:spChg chg="add del mod">
          <ac:chgData name="Edgar Sanabria Reyes" userId="37e552f0-f4b0-4db2-b75f-2a375a60007c" providerId="ADAL" clId="{071C64C5-C8CC-4F8E-8DB1-D2C6FAE11C6F}" dt="2023-02-15T19:51:58.682" v="879"/>
          <ac:spMkLst>
            <pc:docMk/>
            <pc:sldMk cId="115942150" sldId="1438"/>
            <ac:spMk id="5" creationId="{019A38DF-A015-B953-34D7-B90DC732922E}"/>
          </ac:spMkLst>
        </pc:spChg>
        <pc:spChg chg="mod">
          <ac:chgData name="Edgar Sanabria Reyes" userId="37e552f0-f4b0-4db2-b75f-2a375a60007c" providerId="ADAL" clId="{071C64C5-C8CC-4F8E-8DB1-D2C6FAE11C6F}" dt="2023-02-15T19:51:38.893" v="877" actId="20577"/>
          <ac:spMkLst>
            <pc:docMk/>
            <pc:sldMk cId="115942150" sldId="1438"/>
            <ac:spMk id="7" creationId="{6CA0B298-1C63-5D43-846F-3EF1F3F72592}"/>
          </ac:spMkLst>
        </pc:spChg>
        <pc:picChg chg="del">
          <ac:chgData name="Edgar Sanabria Reyes" userId="37e552f0-f4b0-4db2-b75f-2a375a60007c" providerId="ADAL" clId="{071C64C5-C8CC-4F8E-8DB1-D2C6FAE11C6F}" dt="2023-02-15T19:50:48.415" v="858" actId="478"/>
          <ac:picMkLst>
            <pc:docMk/>
            <pc:sldMk cId="115942150" sldId="1438"/>
            <ac:picMk id="2" creationId="{D6DAEA5B-ED75-DC5A-D875-3E2D3FD2DC0B}"/>
          </ac:picMkLst>
        </pc:picChg>
      </pc:sldChg>
      <pc:sldChg chg="addSp delSp modSp add mod">
        <pc:chgData name="Edgar Sanabria Reyes" userId="37e552f0-f4b0-4db2-b75f-2a375a60007c" providerId="ADAL" clId="{071C64C5-C8CC-4F8E-8DB1-D2C6FAE11C6F}" dt="2023-02-15T19:53:10.080" v="901" actId="179"/>
        <pc:sldMkLst>
          <pc:docMk/>
          <pc:sldMk cId="516664843" sldId="1439"/>
        </pc:sldMkLst>
        <pc:spChg chg="add mod">
          <ac:chgData name="Edgar Sanabria Reyes" userId="37e552f0-f4b0-4db2-b75f-2a375a60007c" providerId="ADAL" clId="{071C64C5-C8CC-4F8E-8DB1-D2C6FAE11C6F}" dt="2023-02-15T19:53:10.080" v="901" actId="179"/>
          <ac:spMkLst>
            <pc:docMk/>
            <pc:sldMk cId="516664843" sldId="1439"/>
            <ac:spMk id="2" creationId="{7FDEDF1C-9EEF-DE5B-4F5C-752A88CDCFA2}"/>
          </ac:spMkLst>
        </pc:spChg>
        <pc:spChg chg="del">
          <ac:chgData name="Edgar Sanabria Reyes" userId="37e552f0-f4b0-4db2-b75f-2a375a60007c" providerId="ADAL" clId="{071C64C5-C8CC-4F8E-8DB1-D2C6FAE11C6F}" dt="2023-02-15T19:52:03.680" v="881" actId="478"/>
          <ac:spMkLst>
            <pc:docMk/>
            <pc:sldMk cId="516664843" sldId="1439"/>
            <ac:spMk id="4" creationId="{92785542-9203-AECD-2A78-672B08752823}"/>
          </ac:spMkLst>
        </pc:spChg>
        <pc:spChg chg="mod">
          <ac:chgData name="Edgar Sanabria Reyes" userId="37e552f0-f4b0-4db2-b75f-2a375a60007c" providerId="ADAL" clId="{071C64C5-C8CC-4F8E-8DB1-D2C6FAE11C6F}" dt="2023-02-15T19:52:07.368" v="890" actId="20577"/>
          <ac:spMkLst>
            <pc:docMk/>
            <pc:sldMk cId="516664843" sldId="1439"/>
            <ac:spMk id="7" creationId="{6CA0B298-1C63-5D43-846F-3EF1F3F72592}"/>
          </ac:spMkLst>
        </pc:spChg>
      </pc:sldChg>
      <pc:sldChg chg="add del">
        <pc:chgData name="Edgar Sanabria Reyes" userId="37e552f0-f4b0-4db2-b75f-2a375a60007c" providerId="ADAL" clId="{071C64C5-C8CC-4F8E-8DB1-D2C6FAE11C6F}" dt="2023-02-15T20:04:12.379" v="1042"/>
        <pc:sldMkLst>
          <pc:docMk/>
          <pc:sldMk cId="608690701" sldId="1440"/>
        </pc:sldMkLst>
      </pc:sldChg>
      <pc:sldChg chg="modSp add mod ord">
        <pc:chgData name="Edgar Sanabria Reyes" userId="37e552f0-f4b0-4db2-b75f-2a375a60007c" providerId="ADAL" clId="{071C64C5-C8CC-4F8E-8DB1-D2C6FAE11C6F}" dt="2023-02-15T20:20:50.998" v="1716" actId="255"/>
        <pc:sldMkLst>
          <pc:docMk/>
          <pc:sldMk cId="741654566" sldId="1440"/>
        </pc:sldMkLst>
        <pc:spChg chg="mod">
          <ac:chgData name="Edgar Sanabria Reyes" userId="37e552f0-f4b0-4db2-b75f-2a375a60007c" providerId="ADAL" clId="{071C64C5-C8CC-4F8E-8DB1-D2C6FAE11C6F}" dt="2023-02-15T20:04:31.199" v="1068" actId="20577"/>
          <ac:spMkLst>
            <pc:docMk/>
            <pc:sldMk cId="741654566" sldId="1440"/>
            <ac:spMk id="7" creationId="{6CA0B298-1C63-5D43-846F-3EF1F3F72592}"/>
          </ac:spMkLst>
        </pc:spChg>
        <pc:spChg chg="mod">
          <ac:chgData name="Edgar Sanabria Reyes" userId="37e552f0-f4b0-4db2-b75f-2a375a60007c" providerId="ADAL" clId="{071C64C5-C8CC-4F8E-8DB1-D2C6FAE11C6F}" dt="2023-02-15T20:20:50.998" v="1716" actId="255"/>
          <ac:spMkLst>
            <pc:docMk/>
            <pc:sldMk cId="741654566" sldId="1440"/>
            <ac:spMk id="9" creationId="{D9ED986B-74A9-1FE9-3177-D7477E388E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233"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233"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233"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233"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233"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233"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233"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233"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233"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 name="Google Shape;1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2804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4695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319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4496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975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1404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867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6289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5962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615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298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5785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508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7632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161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788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931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01" userDrawn="1">
  <p:cSld name="TITLE_AND_BODY">
    <p:spTree>
      <p:nvGrpSpPr>
        <p:cNvPr id="1" name="Shape 9"/>
        <p:cNvGrpSpPr/>
        <p:nvPr/>
      </p:nvGrpSpPr>
      <p:grpSpPr>
        <a:xfrm>
          <a:off x="0" y="0"/>
          <a:ext cx="0" cy="0"/>
          <a:chOff x="0" y="0"/>
          <a:chExt cx="0" cy="0"/>
        </a:xfrm>
      </p:grpSpPr>
      <p:cxnSp>
        <p:nvCxnSpPr>
          <p:cNvPr id="10" name="Google Shape;10;p14"/>
          <p:cNvCxnSpPr/>
          <p:nvPr/>
        </p:nvCxnSpPr>
        <p:spPr>
          <a:xfrm rot="10800000">
            <a:off x="570489" y="4895547"/>
            <a:ext cx="0" cy="119594"/>
          </a:xfrm>
          <a:prstGeom prst="straightConnector1">
            <a:avLst/>
          </a:prstGeom>
          <a:noFill/>
          <a:ln w="12700" cap="flat" cmpd="sng">
            <a:solidFill>
              <a:srgbClr val="BFBFBF"/>
            </a:solidFill>
            <a:prstDash val="solid"/>
            <a:miter lim="8000"/>
            <a:headEnd type="none" w="sm" len="sm"/>
            <a:tailEnd type="none" w="sm" len="sm"/>
          </a:ln>
        </p:spPr>
      </p:cxnSp>
      <p:sp>
        <p:nvSpPr>
          <p:cNvPr id="12" name="Google Shape;12;p14"/>
          <p:cNvSpPr txBox="1">
            <a:spLocks noGrp="1"/>
          </p:cNvSpPr>
          <p:nvPr>
            <p:ph type="sldNum" idx="12"/>
          </p:nvPr>
        </p:nvSpPr>
        <p:spPr>
          <a:xfrm>
            <a:off x="307494" y="4902730"/>
            <a:ext cx="150682" cy="210570"/>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1pPr>
            <a:lvl2pPr marL="0" lvl="1"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2pPr>
            <a:lvl3pPr marL="0" lvl="2"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3pPr>
            <a:lvl4pPr marL="0" lvl="3"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4pPr>
            <a:lvl5pPr marL="0" lvl="4"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5pPr>
            <a:lvl6pPr marL="0" lvl="5"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6pPr>
            <a:lvl7pPr marL="0" lvl="6"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7pPr>
            <a:lvl8pPr marL="0" lvl="7"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8pPr>
            <a:lvl9pPr marL="0" lvl="8"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pPr marL="0" lvl="0" indent="0" algn="r" rtl="0">
                <a:spcBef>
                  <a:spcPts val="0"/>
                </a:spcBef>
                <a:spcAft>
                  <a:spcPts val="0"/>
                </a:spcAft>
                <a:buNone/>
              </a:pPr>
              <a:t>‹Nº›</a:t>
            </a:fld>
            <a:endParaRPr b="0" i="0" u="none" strike="noStrike" cap="none"/>
          </a:p>
        </p:txBody>
      </p:sp>
      <p:cxnSp>
        <p:nvCxnSpPr>
          <p:cNvPr id="13" name="Google Shape;13;p14"/>
          <p:cNvCxnSpPr/>
          <p:nvPr/>
        </p:nvCxnSpPr>
        <p:spPr>
          <a:xfrm rot="10800000">
            <a:off x="570489" y="4895547"/>
            <a:ext cx="0" cy="119594"/>
          </a:xfrm>
          <a:prstGeom prst="straightConnector1">
            <a:avLst/>
          </a:prstGeom>
          <a:noFill/>
          <a:ln w="12700" cap="flat" cmpd="sng">
            <a:solidFill>
              <a:srgbClr val="BFBFBF"/>
            </a:solidFill>
            <a:prstDash val="solid"/>
            <a:miter lim="8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01" userDrawn="1">
  <p:cSld name="TITLE_AND_BODY">
    <p:spTree>
      <p:nvGrpSpPr>
        <p:cNvPr id="1" name="Shape 9"/>
        <p:cNvGrpSpPr/>
        <p:nvPr/>
      </p:nvGrpSpPr>
      <p:grpSpPr>
        <a:xfrm>
          <a:off x="0" y="0"/>
          <a:ext cx="0" cy="0"/>
          <a:chOff x="0" y="0"/>
          <a:chExt cx="0" cy="0"/>
        </a:xfrm>
      </p:grpSpPr>
      <p:cxnSp>
        <p:nvCxnSpPr>
          <p:cNvPr id="10" name="Google Shape;10;p14"/>
          <p:cNvCxnSpPr/>
          <p:nvPr/>
        </p:nvCxnSpPr>
        <p:spPr>
          <a:xfrm rot="10800000">
            <a:off x="570489" y="4895547"/>
            <a:ext cx="0" cy="119594"/>
          </a:xfrm>
          <a:prstGeom prst="straightConnector1">
            <a:avLst/>
          </a:prstGeom>
          <a:noFill/>
          <a:ln w="12700" cap="flat" cmpd="sng">
            <a:solidFill>
              <a:srgbClr val="BFBFBF"/>
            </a:solidFill>
            <a:prstDash val="solid"/>
            <a:miter lim="8000"/>
            <a:headEnd type="none" w="sm" len="sm"/>
            <a:tailEnd type="none" w="sm" len="sm"/>
          </a:ln>
        </p:spPr>
      </p:cxnSp>
      <p:sp>
        <p:nvSpPr>
          <p:cNvPr id="12" name="Google Shape;12;p14"/>
          <p:cNvSpPr txBox="1">
            <a:spLocks noGrp="1"/>
          </p:cNvSpPr>
          <p:nvPr>
            <p:ph type="sldNum" idx="12"/>
          </p:nvPr>
        </p:nvSpPr>
        <p:spPr>
          <a:xfrm>
            <a:off x="307494" y="4902729"/>
            <a:ext cx="150682" cy="105285"/>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1pPr>
            <a:lvl2pPr marL="0" lvl="1"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2pPr>
            <a:lvl3pPr marL="0" lvl="2"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3pPr>
            <a:lvl4pPr marL="0" lvl="3"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4pPr>
            <a:lvl5pPr marL="0" lvl="4"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5pPr>
            <a:lvl6pPr marL="0" lvl="5"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6pPr>
            <a:lvl7pPr marL="0" lvl="6"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7pPr>
            <a:lvl8pPr marL="0" lvl="7"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8pPr>
            <a:lvl9pPr marL="0" lvl="8" indent="0" algn="r">
              <a:lnSpc>
                <a:spcPct val="100000"/>
              </a:lnSpc>
              <a:spcBef>
                <a:spcPts val="0"/>
              </a:spcBef>
              <a:spcAft>
                <a:spcPts val="0"/>
              </a:spcAft>
              <a:buClr>
                <a:srgbClr val="A6A6A6"/>
              </a:buClr>
              <a:buSzPts val="684"/>
              <a:buFont typeface="Calibri"/>
              <a:buNone/>
              <a:defRPr sz="684">
                <a:solidFill>
                  <a:srgbClr val="A6A6A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b="0" i="0" u="none" strike="noStrike" cap="none"/>
          </a:p>
        </p:txBody>
      </p:sp>
      <p:cxnSp>
        <p:nvCxnSpPr>
          <p:cNvPr id="13" name="Google Shape;13;p14"/>
          <p:cNvCxnSpPr/>
          <p:nvPr/>
        </p:nvCxnSpPr>
        <p:spPr>
          <a:xfrm rot="10800000">
            <a:off x="570489" y="4895547"/>
            <a:ext cx="0" cy="119594"/>
          </a:xfrm>
          <a:prstGeom prst="straightConnector1">
            <a:avLst/>
          </a:prstGeom>
          <a:noFill/>
          <a:ln w="12700" cap="flat" cmpd="sng">
            <a:solidFill>
              <a:srgbClr val="BFBFBF"/>
            </a:solidFill>
            <a:prstDash val="solid"/>
            <a:miter lim="8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leca-enterprise" type="title">
  <p:cSld name="TITLE">
    <p:spTree>
      <p:nvGrpSpPr>
        <p:cNvPr id="1"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Shape 5"/>
        <p:cNvGrpSpPr/>
        <p:nvPr/>
      </p:nvGrpSpPr>
      <p:grpSpPr>
        <a:xfrm>
          <a:off x="0" y="0"/>
          <a:ext cx="0" cy="0"/>
          <a:chOff x="0" y="0"/>
          <a:chExt cx="0" cy="0"/>
        </a:xfrm>
      </p:grpSpPr>
      <p:sp>
        <p:nvSpPr>
          <p:cNvPr id="8" name="Google Shape;8;p13"/>
          <p:cNvSpPr txBox="1">
            <a:spLocks noGrp="1"/>
          </p:cNvSpPr>
          <p:nvPr>
            <p:ph type="sldNum" idx="12"/>
          </p:nvPr>
        </p:nvSpPr>
        <p:spPr>
          <a:xfrm>
            <a:off x="7351437" y="4581907"/>
            <a:ext cx="562844" cy="492633"/>
          </a:xfrm>
          <a:prstGeom prst="rect">
            <a:avLst/>
          </a:prstGeom>
          <a:noFill/>
          <a:ln>
            <a:noFill/>
          </a:ln>
        </p:spPr>
        <p:txBody>
          <a:bodyPr spcFirstLastPara="1" wrap="square" lIns="175500" tIns="175500" rIns="175500" bIns="175500" anchor="ctr" anchorCtr="0">
            <a:spAutoFit/>
          </a:bodyPr>
          <a:lstStyle>
            <a:lvl1pPr marL="0" marR="0" lvl="0"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1pPr>
            <a:lvl2pPr marL="0" marR="0" lvl="1"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2pPr>
            <a:lvl3pPr marL="0" marR="0" lvl="2"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3pPr>
            <a:lvl4pPr marL="0" marR="0" lvl="3"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4pPr>
            <a:lvl5pPr marL="0" marR="0" lvl="4"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5pPr>
            <a:lvl6pPr marL="0" marR="0" lvl="5"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6pPr>
            <a:lvl7pPr marL="0" marR="0" lvl="6"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7pPr>
            <a:lvl8pPr marL="0" marR="0" lvl="7"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8pPr>
            <a:lvl9pPr marL="0" marR="0" lvl="8" indent="0" algn="r" rtl="0">
              <a:lnSpc>
                <a:spcPct val="100000"/>
              </a:lnSpc>
              <a:spcBef>
                <a:spcPts val="0"/>
              </a:spcBef>
              <a:spcAft>
                <a:spcPts val="0"/>
              </a:spcAft>
              <a:buClr>
                <a:srgbClr val="000000"/>
              </a:buClr>
              <a:buSzPts val="897"/>
              <a:buFont typeface="Montserrat Light"/>
              <a:buNone/>
              <a:defRPr sz="897" b="0" i="0" u="none" strike="noStrike" cap="none">
                <a:solidFill>
                  <a:srgbClr val="000000"/>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s-MX"/>
              <a:t>‹Nº›</a:t>
            </a:fld>
            <a:endParaRPr/>
          </a:p>
        </p:txBody>
      </p:sp>
      <p:pic>
        <p:nvPicPr>
          <p:cNvPr id="11" name="Google Shape;15;p15" descr="C3NTRO LOGO HORIZONTAL PMS.png">
            <a:extLst>
              <a:ext uri="{FF2B5EF4-FFF2-40B4-BE49-F238E27FC236}">
                <a16:creationId xmlns:a16="http://schemas.microsoft.com/office/drawing/2014/main" id="{D30AB850-2FDA-C246-AA74-94012C12ECB9}"/>
              </a:ext>
            </a:extLst>
          </p:cNvPr>
          <p:cNvPicPr preferRelativeResize="0"/>
          <p:nvPr userDrawn="1"/>
        </p:nvPicPr>
        <p:blipFill rotWithShape="1">
          <a:blip r:embed="rId5">
            <a:alphaModFix/>
          </a:blip>
          <a:srcRect/>
          <a:stretch/>
        </p:blipFill>
        <p:spPr>
          <a:xfrm>
            <a:off x="8085928" y="4636741"/>
            <a:ext cx="915116" cy="36726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9"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en-us/support/legal/sla/site-recovery/v1_2/"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docs.microsoft.com/en-us/azure/vpn-gateway/vpn-gateway-about-vpn-devices" TargetMode="External"/><Relationship Id="rId5" Type="http://schemas.openxmlformats.org/officeDocument/2006/relationships/hyperlink" Target="https://docs.microsoft.com/en-us/azure/site-recovery/site-recovery-workload#workload-summary" TargetMode="External"/><Relationship Id="rId4" Type="http://schemas.openxmlformats.org/officeDocument/2006/relationships/hyperlink" Target="https://docs.microsoft.com/en-us/azure/site-recovery/azure-to-azure-about-networki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docs.microsoft.com/en-us/azure/site-recovery/azure-to-azure-support-matrix"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docs.microsoft.com/en-us/azure/site-recovery/hyper-v-azure-support-matrix" TargetMode="External"/><Relationship Id="rId5" Type="http://schemas.openxmlformats.org/officeDocument/2006/relationships/hyperlink" Target="https://docs.microsoft.com/en-us/azure/site-recovery/vmware-physical-azure-support-matrix" TargetMode="External"/><Relationship Id="rId4" Type="http://schemas.openxmlformats.org/officeDocument/2006/relationships/hyperlink" Target="https://docs.microsoft.com/en-us/azure/site-recovery/site-recovery-workload#workload-summary"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sp>
        <p:nvSpPr>
          <p:cNvPr id="22" name="Google Shape;22;p1"/>
          <p:cNvSpPr txBox="1">
            <a:spLocks noGrp="1"/>
          </p:cNvSpPr>
          <p:nvPr>
            <p:ph type="sldNum" idx="12"/>
          </p:nvPr>
        </p:nvSpPr>
        <p:spPr>
          <a:xfrm>
            <a:off x="63646" y="4708086"/>
            <a:ext cx="394530" cy="492633"/>
          </a:xfrm>
          <a:prstGeom prst="rect">
            <a:avLst/>
          </a:prstGeom>
          <a:noFill/>
          <a:ln>
            <a:noFill/>
          </a:ln>
        </p:spPr>
        <p:txBody>
          <a:bodyPr spcFirstLastPara="1" wrap="square" lIns="175500" tIns="175500" rIns="175500" bIns="175500" anchor="ctr" anchorCtr="0">
            <a:spAutoFit/>
          </a:bodyPr>
          <a:lstStyle/>
          <a:p>
            <a:pPr marL="0" lvl="0" indent="0" algn="r" rtl="0">
              <a:lnSpc>
                <a:spcPct val="100000"/>
              </a:lnSpc>
              <a:spcBef>
                <a:spcPts val="0"/>
              </a:spcBef>
              <a:spcAft>
                <a:spcPts val="0"/>
              </a:spcAft>
              <a:buClr>
                <a:srgbClr val="000000"/>
              </a:buClr>
              <a:buSzPts val="800"/>
              <a:buFont typeface="Montserrat Light"/>
              <a:buNone/>
            </a:pPr>
            <a:fld id="{00000000-1234-1234-1234-123412341234}" type="slidenum">
              <a:rPr lang="es-MX"/>
              <a:t>1</a:t>
            </a:fld>
            <a:endParaRPr/>
          </a:p>
        </p:txBody>
      </p:sp>
      <p:pic>
        <p:nvPicPr>
          <p:cNvPr id="3" name="Imagen 2">
            <a:extLst>
              <a:ext uri="{FF2B5EF4-FFF2-40B4-BE49-F238E27FC236}">
                <a16:creationId xmlns:a16="http://schemas.microsoft.com/office/drawing/2014/main" id="{380FD795-4CA5-1E4A-8DEE-3461954F1989}"/>
              </a:ext>
            </a:extLst>
          </p:cNvPr>
          <p:cNvPicPr>
            <a:picLocks noChangeAspect="1"/>
          </p:cNvPicPr>
          <p:nvPr/>
        </p:nvPicPr>
        <p:blipFill>
          <a:blip r:embed="rId3"/>
          <a:stretch>
            <a:fillRect/>
          </a:stretch>
        </p:blipFill>
        <p:spPr>
          <a:xfrm>
            <a:off x="0" y="0"/>
            <a:ext cx="9144000" cy="5131398"/>
          </a:xfrm>
          <a:prstGeom prst="rect">
            <a:avLst/>
          </a:prstGeom>
        </p:spPr>
      </p:pic>
      <p:grpSp>
        <p:nvGrpSpPr>
          <p:cNvPr id="2" name="Grupo 1">
            <a:extLst>
              <a:ext uri="{FF2B5EF4-FFF2-40B4-BE49-F238E27FC236}">
                <a16:creationId xmlns:a16="http://schemas.microsoft.com/office/drawing/2014/main" id="{93D1254A-26DA-8C41-B00A-1056C97C410E}"/>
              </a:ext>
            </a:extLst>
          </p:cNvPr>
          <p:cNvGrpSpPr/>
          <p:nvPr/>
        </p:nvGrpSpPr>
        <p:grpSpPr>
          <a:xfrm>
            <a:off x="2262959" y="1907050"/>
            <a:ext cx="4618082" cy="664700"/>
            <a:chOff x="3085706" y="1907050"/>
            <a:chExt cx="4618082" cy="664700"/>
          </a:xfrm>
        </p:grpSpPr>
        <p:sp>
          <p:nvSpPr>
            <p:cNvPr id="9" name="Google Shape;28;p1">
              <a:extLst>
                <a:ext uri="{FF2B5EF4-FFF2-40B4-BE49-F238E27FC236}">
                  <a16:creationId xmlns:a16="http://schemas.microsoft.com/office/drawing/2014/main" id="{4036C503-CC40-C24D-9E5C-EFC6816B8226}"/>
                </a:ext>
              </a:extLst>
            </p:cNvPr>
            <p:cNvSpPr txBox="1"/>
            <p:nvPr/>
          </p:nvSpPr>
          <p:spPr>
            <a:xfrm>
              <a:off x="3085706" y="1907050"/>
              <a:ext cx="4618082" cy="448912"/>
            </a:xfrm>
            <a:prstGeom prst="rect">
              <a:avLst/>
            </a:prstGeom>
            <a:noFill/>
            <a:ln>
              <a:noFill/>
            </a:ln>
          </p:spPr>
          <p:txBody>
            <a:bodyPr spcFirstLastPara="1" wrap="square" lIns="8925" tIns="8925" rIns="8925" bIns="8925" anchor="t" anchorCtr="0">
              <a:spAutoFit/>
            </a:bodyPr>
            <a:lstStyle/>
            <a:p>
              <a:pPr lvl="0" algn="ctr">
                <a:buClr>
                  <a:schemeClr val="lt1"/>
                </a:buClr>
                <a:buSzPts val="2695"/>
              </a:pPr>
              <a:r>
                <a:rPr lang="es-MX" sz="2800" b="1">
                  <a:solidFill>
                    <a:schemeClr val="lt1"/>
                  </a:solidFill>
                  <a:latin typeface="Helvetica" pitchFamily="2" charset="0"/>
                  <a:ea typeface="Helvetica Neue"/>
                  <a:cs typeface="Helvetica Neue"/>
                  <a:sym typeface="Helvetica Neue"/>
                </a:rPr>
                <a:t>DISEÑO DE SOLUCIÓN</a:t>
              </a:r>
            </a:p>
          </p:txBody>
        </p:sp>
        <p:pic>
          <p:nvPicPr>
            <p:cNvPr id="7" name="Imagen 6">
              <a:extLst>
                <a:ext uri="{FF2B5EF4-FFF2-40B4-BE49-F238E27FC236}">
                  <a16:creationId xmlns:a16="http://schemas.microsoft.com/office/drawing/2014/main" id="{43CE259C-1ECE-134C-9993-AD4F0BC5D122}"/>
                </a:ext>
              </a:extLst>
            </p:cNvPr>
            <p:cNvPicPr>
              <a:picLocks noChangeAspect="1"/>
            </p:cNvPicPr>
            <p:nvPr/>
          </p:nvPicPr>
          <p:blipFill>
            <a:blip r:embed="rId4"/>
            <a:stretch>
              <a:fillRect/>
            </a:stretch>
          </p:blipFill>
          <p:spPr>
            <a:xfrm>
              <a:off x="4521953" y="2456544"/>
              <a:ext cx="1745589" cy="115206"/>
            </a:xfrm>
            <a:prstGeom prst="rect">
              <a:avLst/>
            </a:prstGeom>
          </p:spPr>
        </p:pic>
      </p:grpSp>
      <p:pic>
        <p:nvPicPr>
          <p:cNvPr id="11" name="Imagen 10">
            <a:extLst>
              <a:ext uri="{FF2B5EF4-FFF2-40B4-BE49-F238E27FC236}">
                <a16:creationId xmlns:a16="http://schemas.microsoft.com/office/drawing/2014/main" id="{440DA9F4-DC3F-F848-BF95-26063CE04E60}"/>
              </a:ext>
            </a:extLst>
          </p:cNvPr>
          <p:cNvPicPr>
            <a:picLocks noChangeAspect="1"/>
          </p:cNvPicPr>
          <p:nvPr/>
        </p:nvPicPr>
        <p:blipFill>
          <a:blip r:embed="rId5"/>
          <a:stretch>
            <a:fillRect/>
          </a:stretch>
        </p:blipFill>
        <p:spPr>
          <a:xfrm>
            <a:off x="8084769" y="4636367"/>
            <a:ext cx="916275" cy="367197"/>
          </a:xfrm>
          <a:prstGeom prst="rect">
            <a:avLst/>
          </a:prstGeom>
        </p:spPr>
      </p:pic>
      <p:pic>
        <p:nvPicPr>
          <p:cNvPr id="8" name="Imagen 7">
            <a:extLst>
              <a:ext uri="{FF2B5EF4-FFF2-40B4-BE49-F238E27FC236}">
                <a16:creationId xmlns:a16="http://schemas.microsoft.com/office/drawing/2014/main" id="{C7A39D34-F318-B740-9CEE-363E544D823A}"/>
              </a:ext>
            </a:extLst>
          </p:cNvPr>
          <p:cNvPicPr>
            <a:picLocks noChangeAspect="1"/>
          </p:cNvPicPr>
          <p:nvPr/>
        </p:nvPicPr>
        <p:blipFill>
          <a:blip r:embed="rId6">
            <a:alphaModFix amt="40000"/>
          </a:blip>
          <a:stretch>
            <a:fillRect/>
          </a:stretch>
        </p:blipFill>
        <p:spPr>
          <a:xfrm rot="5400000">
            <a:off x="5346259" y="1339710"/>
            <a:ext cx="5137450" cy="2458029"/>
          </a:xfrm>
          <a:prstGeom prst="rect">
            <a:avLst/>
          </a:prstGeom>
        </p:spPr>
      </p:pic>
    </p:spTree>
    <p:extLst>
      <p:ext uri="{BB962C8B-B14F-4D97-AF65-F5344CB8AC3E}">
        <p14:creationId xmlns:p14="http://schemas.microsoft.com/office/powerpoint/2010/main" val="2297981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3" y="282139"/>
            <a:ext cx="3136490"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SITUACIÓN ACTUAL</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10">
            <a:extLst>
              <a:ext uri="{FF2B5EF4-FFF2-40B4-BE49-F238E27FC236}">
                <a16:creationId xmlns:a16="http://schemas.microsoft.com/office/drawing/2014/main" id="{E349689C-4F5C-5EAD-F104-50931B69525C}"/>
              </a:ext>
            </a:extLst>
          </p:cNvPr>
          <p:cNvSpPr txBox="1"/>
          <p:nvPr/>
        </p:nvSpPr>
        <p:spPr>
          <a:xfrm>
            <a:off x="475203" y="758757"/>
            <a:ext cx="7596857"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1pPr>
            <a:lvl2pPr marL="0" marR="0" indent="321456"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2pPr>
            <a:lvl3pPr marL="0" marR="0" indent="642915"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3pPr>
            <a:lvl4pPr marL="0" marR="0" indent="964372"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4pPr>
            <a:lvl5pPr marL="0" marR="0" indent="1285829"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5pPr>
            <a:lvl6pPr marL="0" marR="0" indent="1607286"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6pPr>
            <a:lvl7pPr marL="0" marR="0" indent="1928743"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7pPr>
            <a:lvl8pPr marL="0" marR="0" indent="2250201"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8pPr>
            <a:lvl9pPr marL="0" marR="0" indent="2571658"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9pPr>
          </a:lstStyle>
          <a:p>
            <a:pPr algn="just">
              <a:lnSpc>
                <a:spcPct val="150000"/>
              </a:lnSpc>
              <a:buClr>
                <a:srgbClr val="6AB335"/>
              </a:buClr>
            </a:pPr>
            <a:r>
              <a:rPr lang="es-419" sz="1200" b="0" i="0" dirty="0" err="1">
                <a:solidFill>
                  <a:schemeClr val="tx2"/>
                </a:solidFill>
                <a:latin typeface="Arial" charset="0"/>
                <a:cs typeface="Arial" charset="0"/>
              </a:rPr>
              <a:t>Cenmex</a:t>
            </a:r>
            <a:r>
              <a:rPr lang="es-419" sz="1200" b="0" i="0" dirty="0">
                <a:solidFill>
                  <a:schemeClr val="tx2"/>
                </a:solidFill>
                <a:latin typeface="Arial" charset="0"/>
                <a:cs typeface="Arial" charset="0"/>
              </a:rPr>
              <a:t> cuenta con diferentes servicios hospedados en servidores en la nube de Amazon Web Services (AWS) en los cuales desea implementar un sistema de continuidad de negocio en caso de falla en Amazon Web Services</a:t>
            </a:r>
            <a:r>
              <a:rPr lang="es-ES" sz="1200" b="0" i="0" dirty="0">
                <a:solidFill>
                  <a:schemeClr val="tx2"/>
                </a:solidFill>
                <a:latin typeface="Arial" charset="0"/>
                <a:cs typeface="Arial" charset="0"/>
              </a:rPr>
              <a:t>.</a:t>
            </a:r>
          </a:p>
          <a:p>
            <a:pPr algn="just">
              <a:lnSpc>
                <a:spcPct val="150000"/>
              </a:lnSpc>
              <a:buClr>
                <a:srgbClr val="6AB335"/>
              </a:buClr>
            </a:pPr>
            <a:endParaRPr lang="es-ES" sz="1200" b="0" i="0" dirty="0">
              <a:solidFill>
                <a:schemeClr val="tx2"/>
              </a:solidFill>
              <a:latin typeface="Arial" charset="0"/>
              <a:cs typeface="Arial" charset="0"/>
            </a:endParaRPr>
          </a:p>
        </p:txBody>
      </p:sp>
      <p:pic>
        <p:nvPicPr>
          <p:cNvPr id="2" name="Picture 2" descr="Cenmex">
            <a:extLst>
              <a:ext uri="{FF2B5EF4-FFF2-40B4-BE49-F238E27FC236}">
                <a16:creationId xmlns:a16="http://schemas.microsoft.com/office/drawing/2014/main" id="{5ACDEBA2-EAEA-36AB-CBDC-C72902BA5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4001" y="2653928"/>
            <a:ext cx="2475998" cy="700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502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3" name="Imagen 2">
            <a:extLst>
              <a:ext uri="{FF2B5EF4-FFF2-40B4-BE49-F238E27FC236}">
                <a16:creationId xmlns:a16="http://schemas.microsoft.com/office/drawing/2014/main" id="{A152AED2-2FDD-D646-A1D5-3AA4F3C6A9E3}"/>
              </a:ext>
            </a:extLst>
          </p:cNvPr>
          <p:cNvPicPr>
            <a:picLocks noChangeAspect="1"/>
          </p:cNvPicPr>
          <p:nvPr/>
        </p:nvPicPr>
        <p:blipFill rotWithShape="1">
          <a:blip r:embed="rId3"/>
          <a:srcRect r="10366"/>
          <a:stretch/>
        </p:blipFill>
        <p:spPr>
          <a:xfrm>
            <a:off x="142957" y="133544"/>
            <a:ext cx="3740786" cy="4876411"/>
          </a:xfrm>
          <a:prstGeom prst="rect">
            <a:avLst/>
          </a:prstGeom>
        </p:spPr>
      </p:pic>
      <p:sp>
        <p:nvSpPr>
          <p:cNvPr id="17" name="Google Shape;28;p1">
            <a:extLst>
              <a:ext uri="{FF2B5EF4-FFF2-40B4-BE49-F238E27FC236}">
                <a16:creationId xmlns:a16="http://schemas.microsoft.com/office/drawing/2014/main" id="{8110A579-6AB6-FF4B-B5A0-D371C2F54046}"/>
              </a:ext>
            </a:extLst>
          </p:cNvPr>
          <p:cNvSpPr txBox="1"/>
          <p:nvPr/>
        </p:nvSpPr>
        <p:spPr>
          <a:xfrm>
            <a:off x="4572000" y="566843"/>
            <a:ext cx="3136490" cy="448912"/>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800" b="1">
                <a:solidFill>
                  <a:srgbClr val="323232"/>
                </a:solidFill>
                <a:latin typeface="Arial" panose="020B0604020202020204" pitchFamily="34" charset="0"/>
                <a:ea typeface="Helvetica Neue"/>
                <a:cs typeface="Arial" panose="020B0604020202020204" pitchFamily="34" charset="0"/>
                <a:sym typeface="Helvetica Neue"/>
              </a:rPr>
              <a:t>OBJETIVO</a:t>
            </a:r>
            <a:endParaRPr lang="es-MX" sz="2800" b="1" i="0" u="none" strike="noStrike" cap="none">
              <a:solidFill>
                <a:srgbClr val="323232"/>
              </a:solidFill>
              <a:latin typeface="Arial" panose="020B0604020202020204" pitchFamily="34" charset="0"/>
              <a:ea typeface="Helvetica Neue"/>
              <a:cs typeface="Arial" panose="020B0604020202020204" pitchFamily="34" charset="0"/>
              <a:sym typeface="Helvetica Neue"/>
            </a:endParaRPr>
          </a:p>
        </p:txBody>
      </p:sp>
      <p:sp>
        <p:nvSpPr>
          <p:cNvPr id="14" name="xxxxxxxxxx xxxxxxxxxx xxxxxxxxxx xxxxxxxxxx xxxxxxxxxx xxxxxxxxxx xxxxxxxxxx xxxxxxxxxx xxxxxxxxxx xxxxxxxxxx xxxxxxxxxx xxxxxxxxxx xxxxxxxxxx xxxxxxxxxx xxxxxxxxxx xxxxxxxxxx xxxxxxxxxx xxxxxxxxxx xxxxxxxxxx xxxxxxxxxx xxxxxxxxxx xxxxxxxxxx xxxxxxxxxx">
            <a:extLst>
              <a:ext uri="{FF2B5EF4-FFF2-40B4-BE49-F238E27FC236}">
                <a16:creationId xmlns:a16="http://schemas.microsoft.com/office/drawing/2014/main" id="{06E21790-F8C4-9F42-B48A-B1A39F986319}"/>
              </a:ext>
            </a:extLst>
          </p:cNvPr>
          <p:cNvSpPr txBox="1"/>
          <p:nvPr/>
        </p:nvSpPr>
        <p:spPr>
          <a:xfrm>
            <a:off x="4525700" y="1789839"/>
            <a:ext cx="4231122" cy="1113765"/>
          </a:xfrm>
          <a:prstGeom prst="rect">
            <a:avLst/>
          </a:prstGeom>
          <a:ln w="12700">
            <a:miter lim="400000"/>
          </a:ln>
          <a:extLst>
            <a:ext uri="{C572A759-6A51-4108-AA02-DFA0A04FC94B}">
              <ma14:wrappingTextBoxFlag xmlns="" xmlns:ma14="http://schemas.microsoft.com/office/mac/drawingml/2011/main" val="1"/>
            </a:ext>
          </a:extLst>
        </p:spPr>
        <p:txBody>
          <a:bodyPr wrap="square" lIns="71437" tIns="71437" rIns="71437" bIns="71437">
            <a:spAutoFit/>
          </a:bodyPr>
          <a:lstStyle>
            <a:lvl1pPr defTabSz="584200">
              <a:defRPr sz="2500" b="0" i="0">
                <a:solidFill>
                  <a:srgbClr val="737572"/>
                </a:solidFill>
              </a:defRPr>
            </a:lvl1pPr>
          </a:lstStyle>
          <a:p>
            <a:r>
              <a:rPr lang="es-ES" sz="1050" dirty="0">
                <a:solidFill>
                  <a:srgbClr val="323232"/>
                </a:solidFill>
                <a:latin typeface="Helvetica" pitchFamily="2" charset="0"/>
                <a:ea typeface="Helvetica Neue"/>
                <a:cs typeface="Helvetica Neue"/>
              </a:rPr>
              <a:t>Los objetivos principales de este proyecto son los siguientes:</a:t>
            </a:r>
          </a:p>
          <a:p>
            <a:endParaRPr lang="es-ES" sz="1050" dirty="0">
              <a:solidFill>
                <a:srgbClr val="323232"/>
              </a:solidFill>
              <a:latin typeface="Helvetica" pitchFamily="2" charset="0"/>
              <a:ea typeface="Helvetica Neue"/>
              <a:cs typeface="Helvetica Neue"/>
            </a:endParaRPr>
          </a:p>
          <a:p>
            <a:pPr marL="171450" indent="-171450">
              <a:buFont typeface="Arial" panose="020B0604020202020204" pitchFamily="34" charset="0"/>
              <a:buChar char="•"/>
            </a:pPr>
            <a:r>
              <a:rPr lang="es-ES" sz="1050" dirty="0">
                <a:solidFill>
                  <a:srgbClr val="323232"/>
                </a:solidFill>
                <a:latin typeface="Helvetica" pitchFamily="2" charset="0"/>
                <a:ea typeface="Helvetica Neue"/>
                <a:cs typeface="Helvetica Neue"/>
              </a:rPr>
              <a:t>Proveer un </a:t>
            </a:r>
            <a:r>
              <a:rPr lang="es-ES" sz="1050" dirty="0" err="1">
                <a:solidFill>
                  <a:srgbClr val="323232"/>
                </a:solidFill>
                <a:latin typeface="Helvetica" pitchFamily="2" charset="0"/>
                <a:ea typeface="Helvetica Neue"/>
                <a:cs typeface="Helvetica Neue"/>
              </a:rPr>
              <a:t>DRaaS</a:t>
            </a:r>
            <a:r>
              <a:rPr lang="es-ES" sz="1050" dirty="0">
                <a:solidFill>
                  <a:srgbClr val="323232"/>
                </a:solidFill>
                <a:latin typeface="Helvetica" pitchFamily="2" charset="0"/>
                <a:ea typeface="Helvetica Neue"/>
                <a:cs typeface="Helvetica Neue"/>
              </a:rPr>
              <a:t> a través de la solución de Azure Site </a:t>
            </a:r>
            <a:r>
              <a:rPr lang="es-ES" sz="1050" dirty="0" err="1">
                <a:solidFill>
                  <a:srgbClr val="323232"/>
                </a:solidFill>
                <a:latin typeface="Helvetica" pitchFamily="2" charset="0"/>
                <a:ea typeface="Helvetica Neue"/>
                <a:cs typeface="Helvetica Neue"/>
              </a:rPr>
              <a:t>Recovery</a:t>
            </a:r>
            <a:r>
              <a:rPr lang="es-ES" sz="1050" dirty="0">
                <a:solidFill>
                  <a:srgbClr val="323232"/>
                </a:solidFill>
                <a:latin typeface="Helvetica" pitchFamily="2" charset="0"/>
                <a:ea typeface="Helvetica Neue"/>
                <a:cs typeface="Helvetica Neue"/>
              </a:rPr>
              <a:t> para los servicios del sitio principal para brindar continuidad del negocio en caso de falla masiva o total en sus sistemas.</a:t>
            </a:r>
          </a:p>
        </p:txBody>
      </p:sp>
    </p:spTree>
    <p:extLst>
      <p:ext uri="{BB962C8B-B14F-4D97-AF65-F5344CB8AC3E}">
        <p14:creationId xmlns:p14="http://schemas.microsoft.com/office/powerpoint/2010/main" val="220208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3" y="282139"/>
            <a:ext cx="3136490"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ARQUITECTURA</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Picture 1">
            <a:extLst>
              <a:ext uri="{FF2B5EF4-FFF2-40B4-BE49-F238E27FC236}">
                <a16:creationId xmlns:a16="http://schemas.microsoft.com/office/drawing/2014/main" id="{59A731C9-8CDD-132D-3A45-F12C33C4C9C5}"/>
              </a:ext>
            </a:extLst>
          </p:cNvPr>
          <p:cNvPicPr>
            <a:picLocks noChangeAspect="1"/>
          </p:cNvPicPr>
          <p:nvPr/>
        </p:nvPicPr>
        <p:blipFill>
          <a:blip r:embed="rId3"/>
          <a:stretch>
            <a:fillRect/>
          </a:stretch>
        </p:blipFill>
        <p:spPr>
          <a:xfrm>
            <a:off x="475202" y="770021"/>
            <a:ext cx="5970421" cy="3100137"/>
          </a:xfrm>
          <a:prstGeom prst="rect">
            <a:avLst/>
          </a:prstGeom>
        </p:spPr>
      </p:pic>
      <p:sp>
        <p:nvSpPr>
          <p:cNvPr id="3" name="Rectángulo 9">
            <a:extLst>
              <a:ext uri="{FF2B5EF4-FFF2-40B4-BE49-F238E27FC236}">
                <a16:creationId xmlns:a16="http://schemas.microsoft.com/office/drawing/2014/main" id="{D3F52770-5F3F-2EEB-0F05-1C64EB651552}"/>
              </a:ext>
            </a:extLst>
          </p:cNvPr>
          <p:cNvSpPr/>
          <p:nvPr/>
        </p:nvSpPr>
        <p:spPr>
          <a:xfrm>
            <a:off x="6520890" y="708203"/>
            <a:ext cx="2526857" cy="3016210"/>
          </a:xfrm>
          <a:prstGeom prst="rect">
            <a:avLst/>
          </a:prstGeom>
        </p:spPr>
        <p:txBody>
          <a:bodyPr wrap="square">
            <a:spAutoFit/>
          </a:bodyPr>
          <a:lstStyle/>
          <a:p>
            <a:pPr algn="just"/>
            <a:r>
              <a:rPr lang="es-ES" sz="1000" b="0" i="0" dirty="0">
                <a:solidFill>
                  <a:schemeClr val="tx2"/>
                </a:solidFill>
                <a:latin typeface="Arial" charset="0"/>
                <a:cs typeface="Arial" charset="0"/>
              </a:rPr>
              <a:t>proveedor proveerá la suscripción de Azure para aprovisionar todos los componentes para ofrecer el servicio de DRP en Azure.</a:t>
            </a:r>
          </a:p>
          <a:p>
            <a:pPr algn="just"/>
            <a:endParaRPr lang="es-ES" sz="1000" b="0" i="0" dirty="0">
              <a:solidFill>
                <a:schemeClr val="tx2"/>
              </a:solidFill>
              <a:latin typeface="Arial" charset="0"/>
              <a:cs typeface="Arial" charset="0"/>
            </a:endParaRPr>
          </a:p>
          <a:p>
            <a:pPr algn="just"/>
            <a:r>
              <a:rPr lang="es-ES" sz="1000" b="0" i="0" dirty="0">
                <a:solidFill>
                  <a:schemeClr val="tx2"/>
                </a:solidFill>
                <a:latin typeface="Arial" charset="0"/>
                <a:cs typeface="Arial" charset="0"/>
              </a:rPr>
              <a:t>Los servidores de configuración y de proceso deberá ser instalado en la infraestructura del cliente, estos servidores serán los encargado de realizar la replicación de los servidores hacía la nube de Azure.</a:t>
            </a:r>
          </a:p>
          <a:p>
            <a:pPr algn="just"/>
            <a:endParaRPr lang="es-ES" sz="1000" b="0" i="0" dirty="0">
              <a:solidFill>
                <a:schemeClr val="tx2"/>
              </a:solidFill>
              <a:latin typeface="Arial" charset="0"/>
              <a:cs typeface="Arial" charset="0"/>
            </a:endParaRPr>
          </a:p>
          <a:p>
            <a:pPr algn="just"/>
            <a:r>
              <a:rPr lang="es-ES" sz="1000" b="0" i="0" dirty="0">
                <a:solidFill>
                  <a:schemeClr val="tx2"/>
                </a:solidFill>
                <a:latin typeface="Arial" charset="0"/>
                <a:cs typeface="Arial" charset="0"/>
              </a:rPr>
              <a:t>La conectividad será a través de una VPN, para ello el cliente deberá contar con un equipo soportado por Azure.</a:t>
            </a:r>
          </a:p>
          <a:p>
            <a:pPr algn="just"/>
            <a:endParaRPr lang="es-ES" sz="1000" b="0" i="0" dirty="0">
              <a:solidFill>
                <a:schemeClr val="tx2"/>
              </a:solidFill>
              <a:latin typeface="Arial" charset="0"/>
              <a:cs typeface="Arial" charset="0"/>
            </a:endParaRPr>
          </a:p>
          <a:p>
            <a:pPr algn="just"/>
            <a:r>
              <a:rPr lang="es-ES" sz="1000" b="0" i="0" dirty="0">
                <a:solidFill>
                  <a:schemeClr val="tx2"/>
                </a:solidFill>
                <a:latin typeface="Arial" charset="0"/>
                <a:cs typeface="Arial" charset="0"/>
              </a:rPr>
              <a:t>Adicional se habilitará el servicio de Azure </a:t>
            </a:r>
            <a:r>
              <a:rPr lang="es-ES" sz="1000" b="0" i="0" dirty="0" err="1">
                <a:solidFill>
                  <a:schemeClr val="tx2"/>
                </a:solidFill>
                <a:latin typeface="Arial" charset="0"/>
                <a:cs typeface="Arial" charset="0"/>
              </a:rPr>
              <a:t>Backup</a:t>
            </a:r>
            <a:r>
              <a:rPr lang="es-ES" sz="1000" b="0" i="0" dirty="0">
                <a:solidFill>
                  <a:schemeClr val="tx2"/>
                </a:solidFill>
                <a:latin typeface="Arial" charset="0"/>
                <a:cs typeface="Arial" charset="0"/>
              </a:rPr>
              <a:t> para respaldar archivos de 3 servidores.</a:t>
            </a:r>
          </a:p>
        </p:txBody>
      </p:sp>
    </p:spTree>
    <p:extLst>
      <p:ext uri="{BB962C8B-B14F-4D97-AF65-F5344CB8AC3E}">
        <p14:creationId xmlns:p14="http://schemas.microsoft.com/office/powerpoint/2010/main" val="152742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89664"/>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COMPONENTES DE LA SOLUCIÓN</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10">
            <a:extLst>
              <a:ext uri="{FF2B5EF4-FFF2-40B4-BE49-F238E27FC236}">
                <a16:creationId xmlns:a16="http://schemas.microsoft.com/office/drawing/2014/main" id="{F4FC52F9-7F40-A86C-D50F-5D4A026AE0FE}"/>
              </a:ext>
            </a:extLst>
          </p:cNvPr>
          <p:cNvSpPr txBox="1"/>
          <p:nvPr/>
        </p:nvSpPr>
        <p:spPr>
          <a:xfrm>
            <a:off x="475202" y="707717"/>
            <a:ext cx="7762419" cy="37279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gn="just">
              <a:lnSpc>
                <a:spcPct val="150000"/>
              </a:lnSpc>
              <a:buClr>
                <a:srgbClr val="6AB335"/>
              </a:buClr>
              <a:buBlip>
                <a:blip r:embed="rId3"/>
              </a:buBlip>
            </a:pPr>
            <a:r>
              <a:rPr lang="es-ES" sz="1050" b="1" i="0" dirty="0">
                <a:solidFill>
                  <a:schemeClr val="tx1">
                    <a:lumMod val="65000"/>
                    <a:lumOff val="35000"/>
                  </a:schemeClr>
                </a:solidFill>
              </a:rPr>
              <a:t>AWS. </a:t>
            </a:r>
            <a:r>
              <a:rPr lang="es-ES" sz="1050" i="0" dirty="0">
                <a:solidFill>
                  <a:schemeClr val="tx1">
                    <a:lumMod val="65000"/>
                    <a:lumOff val="35000"/>
                  </a:schemeClr>
                </a:solidFill>
              </a:rPr>
              <a:t>Sitio principal.</a:t>
            </a:r>
          </a:p>
          <a:p>
            <a:pPr marL="171450" indent="-171450" algn="just">
              <a:lnSpc>
                <a:spcPct val="150000"/>
              </a:lnSpc>
              <a:buClr>
                <a:srgbClr val="6AB335"/>
              </a:buClr>
              <a:buBlip>
                <a:blip r:embed="rId3"/>
              </a:buBlip>
            </a:pPr>
            <a:endParaRPr lang="es-ES" sz="1050" b="1" i="0" dirty="0">
              <a:solidFill>
                <a:schemeClr val="tx1">
                  <a:lumMod val="65000"/>
                  <a:lumOff val="35000"/>
                </a:schemeClr>
              </a:solidFill>
            </a:endParaRPr>
          </a:p>
          <a:p>
            <a:pPr marL="171450" indent="-171450" algn="just">
              <a:lnSpc>
                <a:spcPct val="150000"/>
              </a:lnSpc>
              <a:buClr>
                <a:srgbClr val="6AB335"/>
              </a:buClr>
              <a:buBlip>
                <a:blip r:embed="rId3"/>
              </a:buBlip>
            </a:pPr>
            <a:r>
              <a:rPr lang="es-ES" sz="1050" b="1" i="0" dirty="0">
                <a:solidFill>
                  <a:schemeClr val="tx1">
                    <a:lumMod val="65000"/>
                    <a:lumOff val="35000"/>
                  </a:schemeClr>
                </a:solidFill>
              </a:rPr>
              <a:t>Suscripción de Azure</a:t>
            </a:r>
            <a:r>
              <a:rPr lang="es-ES" sz="1050" i="0" dirty="0">
                <a:solidFill>
                  <a:schemeClr val="tx1">
                    <a:lumMod val="65000"/>
                    <a:lumOff val="35000"/>
                  </a:schemeClr>
                </a:solidFill>
              </a:rPr>
              <a:t> sitio DRP con los siguientes componentes:</a:t>
            </a:r>
          </a:p>
          <a:p>
            <a:pPr algn="just">
              <a:lnSpc>
                <a:spcPct val="150000"/>
              </a:lnSpc>
              <a:buClr>
                <a:srgbClr val="6AB335"/>
              </a:buClr>
            </a:pPr>
            <a:r>
              <a:rPr lang="es-ES" sz="1050" i="0" dirty="0">
                <a:solidFill>
                  <a:schemeClr val="tx1">
                    <a:lumMod val="65000"/>
                    <a:lumOff val="35000"/>
                  </a:schemeClr>
                </a:solidFill>
              </a:rPr>
              <a:t>          - Azure Site </a:t>
            </a:r>
            <a:r>
              <a:rPr lang="es-ES" sz="1050" i="0" dirty="0" err="1">
                <a:solidFill>
                  <a:schemeClr val="tx1">
                    <a:lumMod val="65000"/>
                    <a:lumOff val="35000"/>
                  </a:schemeClr>
                </a:solidFill>
              </a:rPr>
              <a:t>Recovery</a:t>
            </a:r>
            <a:endParaRPr lang="es-ES" sz="1050" i="0" dirty="0">
              <a:solidFill>
                <a:schemeClr val="tx1">
                  <a:lumMod val="65000"/>
                  <a:lumOff val="35000"/>
                </a:schemeClr>
              </a:solidFill>
            </a:endParaRPr>
          </a:p>
          <a:p>
            <a:pPr algn="just">
              <a:lnSpc>
                <a:spcPct val="150000"/>
              </a:lnSpc>
              <a:buClr>
                <a:srgbClr val="6AB335"/>
              </a:buClr>
            </a:pPr>
            <a:r>
              <a:rPr lang="es-ES" sz="1050" i="0" dirty="0">
                <a:solidFill>
                  <a:schemeClr val="tx1">
                    <a:lumMod val="65000"/>
                    <a:lumOff val="35000"/>
                  </a:schemeClr>
                </a:solidFill>
              </a:rPr>
              <a:t>          - Azure Storage</a:t>
            </a:r>
          </a:p>
          <a:p>
            <a:pPr algn="just">
              <a:lnSpc>
                <a:spcPct val="150000"/>
              </a:lnSpc>
              <a:buClr>
                <a:srgbClr val="6AB335"/>
              </a:buClr>
            </a:pPr>
            <a:r>
              <a:rPr lang="es-ES" sz="1050" i="0" dirty="0">
                <a:solidFill>
                  <a:schemeClr val="tx1">
                    <a:lumMod val="65000"/>
                    <a:lumOff val="35000"/>
                  </a:schemeClr>
                </a:solidFill>
              </a:rPr>
              <a:t>          - Azure Virtual Machines</a:t>
            </a:r>
          </a:p>
          <a:p>
            <a:pPr algn="just">
              <a:lnSpc>
                <a:spcPct val="150000"/>
              </a:lnSpc>
              <a:buClr>
                <a:srgbClr val="6AB335"/>
              </a:buClr>
            </a:pPr>
            <a:r>
              <a:rPr lang="es-ES" sz="1050" i="0" dirty="0">
                <a:solidFill>
                  <a:schemeClr val="tx1">
                    <a:lumMod val="65000"/>
                    <a:lumOff val="35000"/>
                  </a:schemeClr>
                </a:solidFill>
              </a:rPr>
              <a:t>          - Azure </a:t>
            </a:r>
            <a:r>
              <a:rPr lang="es-ES" sz="1050" i="0" dirty="0" err="1">
                <a:solidFill>
                  <a:schemeClr val="tx1">
                    <a:lumMod val="65000"/>
                    <a:lumOff val="35000"/>
                  </a:schemeClr>
                </a:solidFill>
              </a:rPr>
              <a:t>Ips</a:t>
            </a:r>
            <a:endParaRPr lang="es-ES" sz="1050" dirty="0">
              <a:solidFill>
                <a:schemeClr val="tx1">
                  <a:lumMod val="65000"/>
                  <a:lumOff val="35000"/>
                </a:schemeClr>
              </a:solidFill>
            </a:endParaRPr>
          </a:p>
          <a:p>
            <a:pPr algn="just">
              <a:lnSpc>
                <a:spcPct val="150000"/>
              </a:lnSpc>
              <a:buClr>
                <a:srgbClr val="6AB335"/>
              </a:buClr>
            </a:pPr>
            <a:r>
              <a:rPr lang="es-ES" sz="1050" i="0" dirty="0">
                <a:solidFill>
                  <a:schemeClr val="tx1">
                    <a:lumMod val="65000"/>
                    <a:lumOff val="35000"/>
                  </a:schemeClr>
                </a:solidFill>
              </a:rPr>
              <a:t>          - Azure </a:t>
            </a:r>
            <a:r>
              <a:rPr lang="es-ES" sz="1050" i="0" dirty="0" err="1">
                <a:solidFill>
                  <a:schemeClr val="tx1">
                    <a:lumMod val="65000"/>
                    <a:lumOff val="35000"/>
                  </a:schemeClr>
                </a:solidFill>
              </a:rPr>
              <a:t>Bandwidth</a:t>
            </a:r>
            <a:endParaRPr lang="es-ES" sz="1050" i="0" dirty="0">
              <a:solidFill>
                <a:schemeClr val="tx1">
                  <a:lumMod val="65000"/>
                  <a:lumOff val="35000"/>
                </a:schemeClr>
              </a:solidFill>
            </a:endParaRPr>
          </a:p>
          <a:p>
            <a:pPr marL="171450" indent="-171450" algn="just">
              <a:lnSpc>
                <a:spcPct val="150000"/>
              </a:lnSpc>
              <a:buClr>
                <a:srgbClr val="6AB335"/>
              </a:buClr>
              <a:buBlip>
                <a:blip r:embed="rId3"/>
              </a:buBlip>
            </a:pPr>
            <a:endParaRPr lang="es-ES" sz="1050" i="0" dirty="0">
              <a:solidFill>
                <a:schemeClr val="tx1">
                  <a:lumMod val="65000"/>
                  <a:lumOff val="35000"/>
                </a:schemeClr>
              </a:solidFill>
            </a:endParaRPr>
          </a:p>
          <a:p>
            <a:pPr marL="171450" indent="-171450" algn="just">
              <a:lnSpc>
                <a:spcPct val="150000"/>
              </a:lnSpc>
              <a:buClr>
                <a:srgbClr val="6AB335"/>
              </a:buClr>
              <a:buBlip>
                <a:blip r:embed="rId3"/>
              </a:buBlip>
            </a:pPr>
            <a:r>
              <a:rPr lang="es-ES" sz="1050" b="1" i="0" dirty="0">
                <a:solidFill>
                  <a:schemeClr val="tx1">
                    <a:lumMod val="65000"/>
                    <a:lumOff val="35000"/>
                  </a:schemeClr>
                </a:solidFill>
              </a:rPr>
              <a:t>Servicios Profesionales </a:t>
            </a:r>
            <a:r>
              <a:rPr lang="es-ES" sz="1050" i="0" dirty="0">
                <a:solidFill>
                  <a:schemeClr val="tx1">
                    <a:lumMod val="65000"/>
                    <a:lumOff val="35000"/>
                  </a:schemeClr>
                </a:solidFill>
              </a:rPr>
              <a:t>para la implementación de la solución.</a:t>
            </a:r>
          </a:p>
          <a:p>
            <a:pPr marL="171450" indent="-171450" algn="just">
              <a:lnSpc>
                <a:spcPct val="150000"/>
              </a:lnSpc>
              <a:buClr>
                <a:srgbClr val="6AB335"/>
              </a:buClr>
              <a:buBlip>
                <a:blip r:embed="rId3"/>
              </a:buBlip>
            </a:pPr>
            <a:endParaRPr lang="es-ES" sz="1050" i="0" dirty="0">
              <a:solidFill>
                <a:schemeClr val="tx1">
                  <a:lumMod val="65000"/>
                  <a:lumOff val="35000"/>
                </a:schemeClr>
              </a:solidFill>
            </a:endParaRPr>
          </a:p>
          <a:p>
            <a:pPr marL="171450" indent="-171450" algn="just">
              <a:lnSpc>
                <a:spcPct val="150000"/>
              </a:lnSpc>
              <a:buClr>
                <a:srgbClr val="6AB335"/>
              </a:buClr>
              <a:buBlip>
                <a:blip r:embed="rId3"/>
              </a:buBlip>
            </a:pPr>
            <a:r>
              <a:rPr lang="es-ES" sz="1050" b="1" i="0" dirty="0">
                <a:solidFill>
                  <a:schemeClr val="tx1">
                    <a:lumMod val="65000"/>
                    <a:lumOff val="35000"/>
                  </a:schemeClr>
                </a:solidFill>
              </a:rPr>
              <a:t>Operación del servicio</a:t>
            </a:r>
            <a:r>
              <a:rPr lang="es-ES" sz="1050" i="0" dirty="0">
                <a:solidFill>
                  <a:schemeClr val="tx1">
                    <a:lumMod val="65000"/>
                    <a:lumOff val="35000"/>
                  </a:schemeClr>
                </a:solidFill>
              </a:rPr>
              <a:t>, servicios administrados de la solución y soporte básico o avanzado según sea contratado.</a:t>
            </a:r>
          </a:p>
          <a:p>
            <a:pPr marL="171450" indent="-171450" algn="just">
              <a:lnSpc>
                <a:spcPct val="150000"/>
              </a:lnSpc>
              <a:buClr>
                <a:srgbClr val="6AB335"/>
              </a:buClr>
              <a:buBlip>
                <a:blip r:embed="rId3"/>
              </a:buBlip>
            </a:pPr>
            <a:endParaRPr lang="es-ES" sz="1050" i="0" dirty="0">
              <a:solidFill>
                <a:schemeClr val="tx1">
                  <a:lumMod val="65000"/>
                  <a:lumOff val="35000"/>
                </a:schemeClr>
              </a:solidFill>
            </a:endParaRPr>
          </a:p>
          <a:p>
            <a:pPr marL="171450" indent="-171450" algn="just">
              <a:lnSpc>
                <a:spcPct val="150000"/>
              </a:lnSpc>
              <a:buClr>
                <a:srgbClr val="6AB335"/>
              </a:buClr>
              <a:buBlip>
                <a:blip r:embed="rId3"/>
              </a:buBlip>
            </a:pPr>
            <a:r>
              <a:rPr lang="es-ES" sz="1050" b="1" i="0" dirty="0">
                <a:solidFill>
                  <a:schemeClr val="tx1">
                    <a:lumMod val="65000"/>
                    <a:lumOff val="35000"/>
                  </a:schemeClr>
                </a:solidFill>
                <a:latin typeface="Arial" charset="0"/>
                <a:cs typeface="Arial" charset="0"/>
              </a:rPr>
              <a:t>Conectividad. </a:t>
            </a:r>
            <a:r>
              <a:rPr lang="es-ES" sz="1050" i="0" dirty="0">
                <a:solidFill>
                  <a:schemeClr val="tx1">
                    <a:lumMod val="65000"/>
                    <a:lumOff val="35000"/>
                  </a:schemeClr>
                </a:solidFill>
                <a:latin typeface="Arial" charset="0"/>
                <a:cs typeface="Arial" charset="0"/>
              </a:rPr>
              <a:t>Para la conectividad al servicio de correo y del resto de servicios de Office 365 el cliente utilizará su enlace de Internet.</a:t>
            </a:r>
          </a:p>
        </p:txBody>
      </p:sp>
      <p:pic>
        <p:nvPicPr>
          <p:cNvPr id="3" name="Picture 2">
            <a:extLst>
              <a:ext uri="{FF2B5EF4-FFF2-40B4-BE49-F238E27FC236}">
                <a16:creationId xmlns:a16="http://schemas.microsoft.com/office/drawing/2014/main" id="{469CEDBA-E3E4-24DA-0C14-DFE77659C01D}"/>
              </a:ext>
            </a:extLst>
          </p:cNvPr>
          <p:cNvPicPr>
            <a:picLocks noChangeAspect="1"/>
          </p:cNvPicPr>
          <p:nvPr/>
        </p:nvPicPr>
        <p:blipFill>
          <a:blip r:embed="rId4"/>
          <a:stretch>
            <a:fillRect/>
          </a:stretch>
        </p:blipFill>
        <p:spPr>
          <a:xfrm>
            <a:off x="6463943" y="363230"/>
            <a:ext cx="2536703" cy="1317181"/>
          </a:xfrm>
          <a:prstGeom prst="rect">
            <a:avLst/>
          </a:prstGeom>
        </p:spPr>
      </p:pic>
    </p:spTree>
    <p:extLst>
      <p:ext uri="{BB962C8B-B14F-4D97-AF65-F5344CB8AC3E}">
        <p14:creationId xmlns:p14="http://schemas.microsoft.com/office/powerpoint/2010/main" val="156383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312243"/>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dirty="0">
                <a:solidFill>
                  <a:srgbClr val="323232"/>
                </a:solidFill>
                <a:latin typeface="Helvetica" pitchFamily="2" charset="0"/>
                <a:ea typeface="Helvetica Neue"/>
                <a:cs typeface="Helvetica Neue"/>
                <a:sym typeface="Helvetica Neue"/>
              </a:rPr>
              <a:t>AZURE SIZING</a:t>
            </a:r>
            <a:endParaRPr lang="es-MX" sz="2000" i="0" u="none" strike="noStrike" cap="none" dirty="0">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aphicFrame>
        <p:nvGraphicFramePr>
          <p:cNvPr id="2" name="Table 1">
            <a:extLst>
              <a:ext uri="{FF2B5EF4-FFF2-40B4-BE49-F238E27FC236}">
                <a16:creationId xmlns:a16="http://schemas.microsoft.com/office/drawing/2014/main" id="{09E9204F-BB90-AC5C-0F2E-A778DB552F37}"/>
              </a:ext>
            </a:extLst>
          </p:cNvPr>
          <p:cNvGraphicFramePr>
            <a:graphicFrameLocks noGrp="1"/>
          </p:cNvGraphicFramePr>
          <p:nvPr>
            <p:extLst>
              <p:ext uri="{D42A27DB-BD31-4B8C-83A1-F6EECF244321}">
                <p14:modId xmlns:p14="http://schemas.microsoft.com/office/powerpoint/2010/main" val="1938066796"/>
              </p:ext>
            </p:extLst>
          </p:nvPr>
        </p:nvGraphicFramePr>
        <p:xfrm>
          <a:off x="508641" y="1042492"/>
          <a:ext cx="8044809" cy="773972"/>
        </p:xfrm>
        <a:graphic>
          <a:graphicData uri="http://schemas.openxmlformats.org/drawingml/2006/table">
            <a:tbl>
              <a:tblPr>
                <a:tableStyleId>{D3D3478E-4E1D-4BEB-A62A-747E8BA8420F}</a:tableStyleId>
              </a:tblPr>
              <a:tblGrid>
                <a:gridCol w="1260235">
                  <a:extLst>
                    <a:ext uri="{9D8B030D-6E8A-4147-A177-3AD203B41FA5}">
                      <a16:colId xmlns:a16="http://schemas.microsoft.com/office/drawing/2014/main" val="1253413733"/>
                    </a:ext>
                  </a:extLst>
                </a:gridCol>
                <a:gridCol w="1283886">
                  <a:extLst>
                    <a:ext uri="{9D8B030D-6E8A-4147-A177-3AD203B41FA5}">
                      <a16:colId xmlns:a16="http://schemas.microsoft.com/office/drawing/2014/main" val="184923100"/>
                    </a:ext>
                  </a:extLst>
                </a:gridCol>
                <a:gridCol w="5500688">
                  <a:extLst>
                    <a:ext uri="{9D8B030D-6E8A-4147-A177-3AD203B41FA5}">
                      <a16:colId xmlns:a16="http://schemas.microsoft.com/office/drawing/2014/main" val="3872942405"/>
                    </a:ext>
                  </a:extLst>
                </a:gridCol>
              </a:tblGrid>
              <a:tr h="66578">
                <a:tc>
                  <a:txBody>
                    <a:bodyPr/>
                    <a:lstStyle/>
                    <a:p>
                      <a:pPr algn="l" fontAlgn="t"/>
                      <a:r>
                        <a:rPr lang="en-US" sz="700" b="1" u="none" strike="noStrike" dirty="0">
                          <a:solidFill>
                            <a:schemeClr val="bg1"/>
                          </a:solidFill>
                          <a:effectLst/>
                        </a:rPr>
                        <a:t>Service type</a:t>
                      </a:r>
                      <a:endParaRPr lang="en-US" sz="700" b="1" i="0" u="none" strike="noStrike" dirty="0">
                        <a:solidFill>
                          <a:schemeClr val="bg1"/>
                        </a:solidFill>
                        <a:effectLst/>
                        <a:latin typeface="Segoe UI Light" panose="020B0502040204020203" pitchFamily="34" charset="0"/>
                      </a:endParaRPr>
                    </a:p>
                  </a:txBody>
                  <a:tcPr marL="1513" marR="1513" marT="1513" marB="0">
                    <a:solidFill>
                      <a:schemeClr val="accent2"/>
                    </a:solidFill>
                  </a:tcPr>
                </a:tc>
                <a:tc>
                  <a:txBody>
                    <a:bodyPr/>
                    <a:lstStyle/>
                    <a:p>
                      <a:pPr algn="l" fontAlgn="t"/>
                      <a:r>
                        <a:rPr lang="en-US" sz="700" b="1" u="none" strike="noStrike" dirty="0">
                          <a:solidFill>
                            <a:schemeClr val="bg1"/>
                          </a:solidFill>
                          <a:effectLst/>
                        </a:rPr>
                        <a:t>Custom name</a:t>
                      </a:r>
                      <a:endParaRPr lang="en-US" sz="700" b="1" i="0" u="none" strike="noStrike" dirty="0">
                        <a:solidFill>
                          <a:schemeClr val="bg1"/>
                        </a:solidFill>
                        <a:effectLst/>
                        <a:latin typeface="Segoe UI Light" panose="020B0502040204020203" pitchFamily="34" charset="0"/>
                      </a:endParaRPr>
                    </a:p>
                  </a:txBody>
                  <a:tcPr marL="1513" marR="1513" marT="1513" marB="0">
                    <a:solidFill>
                      <a:schemeClr val="accent2"/>
                    </a:solidFill>
                  </a:tcPr>
                </a:tc>
                <a:tc>
                  <a:txBody>
                    <a:bodyPr/>
                    <a:lstStyle/>
                    <a:p>
                      <a:pPr algn="l" fontAlgn="t"/>
                      <a:r>
                        <a:rPr lang="en-US" sz="700" b="1" u="none" strike="noStrike" dirty="0">
                          <a:solidFill>
                            <a:schemeClr val="bg1"/>
                          </a:solidFill>
                          <a:effectLst/>
                        </a:rPr>
                        <a:t>Description</a:t>
                      </a:r>
                      <a:endParaRPr lang="en-US" sz="700" b="1" i="0" u="none" strike="noStrike" dirty="0">
                        <a:solidFill>
                          <a:schemeClr val="bg1"/>
                        </a:solidFill>
                        <a:effectLst/>
                        <a:latin typeface="Segoe UI Light" panose="020B0502040204020203" pitchFamily="34" charset="0"/>
                      </a:endParaRPr>
                    </a:p>
                  </a:txBody>
                  <a:tcPr marL="1513" marR="1513" marT="1513" marB="0">
                    <a:solidFill>
                      <a:schemeClr val="accent2"/>
                    </a:solidFill>
                  </a:tcPr>
                </a:tc>
                <a:extLst>
                  <a:ext uri="{0D108BD9-81ED-4DB2-BD59-A6C34878D82A}">
                    <a16:rowId xmlns:a16="http://schemas.microsoft.com/office/drawing/2014/main" val="1512652418"/>
                  </a:ext>
                </a:extLst>
              </a:tr>
              <a:tr h="133156">
                <a:tc>
                  <a:txBody>
                    <a:bodyPr/>
                    <a:lstStyle/>
                    <a:p>
                      <a:pPr algn="l" fontAlgn="t"/>
                      <a:r>
                        <a:rPr lang="en-US" sz="700" u="none" strike="noStrike">
                          <a:effectLst/>
                        </a:rPr>
                        <a:t>Azure Site Recovery</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 </a:t>
                      </a:r>
                      <a:endParaRPr lang="en-US" sz="700" b="0" i="0" u="none" strike="noStrike" dirty="0">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0 Customer instances, 7 Azure instances</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2793858836"/>
                  </a:ext>
                </a:extLst>
              </a:tr>
              <a:tr h="399467">
                <a:tc>
                  <a:txBody>
                    <a:bodyPr/>
                    <a:lstStyle/>
                    <a:p>
                      <a:pPr algn="l" fontAlgn="t"/>
                      <a:r>
                        <a:rPr lang="en-US" sz="700" u="none" strike="noStrike">
                          <a:effectLst/>
                        </a:rPr>
                        <a:t>Storage Accounts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 </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Page blobs (Unmanaged Disks included), Standard, LRS Redundancy, General Purpose V2, 15,000 GB Capacity, 100 Operations for Unmanaged Disks, 10,000 Write operations for Page Blobs, 10,000 Write additional IO units, 10,000 Read operations for Page Blobs, 10,000 Read additional IO units, 10,000 Delete operations for Page Blobs</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4230183679"/>
                  </a:ext>
                </a:extLst>
              </a:tr>
              <a:tr h="133156">
                <a:tc>
                  <a:txBody>
                    <a:bodyPr/>
                    <a:lstStyle/>
                    <a:p>
                      <a:pPr algn="l" fontAlgn="t"/>
                      <a:r>
                        <a:rPr lang="en-US" sz="700" u="none" strike="noStrike">
                          <a:effectLst/>
                        </a:rPr>
                        <a:t>IP Addresses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 </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Basic (ARM), 0 Dynamic IP Addresses X 730 Hours, 7 Static IP Addresses X 744 Hours</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1958821684"/>
                  </a:ext>
                </a:extLst>
              </a:tr>
            </a:tbl>
          </a:graphicData>
        </a:graphic>
      </p:graphicFrame>
      <p:graphicFrame>
        <p:nvGraphicFramePr>
          <p:cNvPr id="3" name="Table 2">
            <a:extLst>
              <a:ext uri="{FF2B5EF4-FFF2-40B4-BE49-F238E27FC236}">
                <a16:creationId xmlns:a16="http://schemas.microsoft.com/office/drawing/2014/main" id="{1060FDC9-F638-9EF7-E274-0C87E8626791}"/>
              </a:ext>
            </a:extLst>
          </p:cNvPr>
          <p:cNvGraphicFramePr>
            <a:graphicFrameLocks noGrp="1"/>
          </p:cNvGraphicFramePr>
          <p:nvPr>
            <p:extLst>
              <p:ext uri="{D42A27DB-BD31-4B8C-83A1-F6EECF244321}">
                <p14:modId xmlns:p14="http://schemas.microsoft.com/office/powerpoint/2010/main" val="3793942586"/>
              </p:ext>
            </p:extLst>
          </p:nvPr>
        </p:nvGraphicFramePr>
        <p:xfrm>
          <a:off x="508642" y="2220913"/>
          <a:ext cx="8044809" cy="2638148"/>
        </p:xfrm>
        <a:graphic>
          <a:graphicData uri="http://schemas.openxmlformats.org/drawingml/2006/table">
            <a:tbl>
              <a:tblPr>
                <a:tableStyleId>{D3D3478E-4E1D-4BEB-A62A-747E8BA8420F}</a:tableStyleId>
              </a:tblPr>
              <a:tblGrid>
                <a:gridCol w="1252973">
                  <a:extLst>
                    <a:ext uri="{9D8B030D-6E8A-4147-A177-3AD203B41FA5}">
                      <a16:colId xmlns:a16="http://schemas.microsoft.com/office/drawing/2014/main" val="1253413733"/>
                    </a:ext>
                  </a:extLst>
                </a:gridCol>
                <a:gridCol w="1291148">
                  <a:extLst>
                    <a:ext uri="{9D8B030D-6E8A-4147-A177-3AD203B41FA5}">
                      <a16:colId xmlns:a16="http://schemas.microsoft.com/office/drawing/2014/main" val="184923100"/>
                    </a:ext>
                  </a:extLst>
                </a:gridCol>
                <a:gridCol w="5500688">
                  <a:extLst>
                    <a:ext uri="{9D8B030D-6E8A-4147-A177-3AD203B41FA5}">
                      <a16:colId xmlns:a16="http://schemas.microsoft.com/office/drawing/2014/main" val="3872942405"/>
                    </a:ext>
                  </a:extLst>
                </a:gridCol>
              </a:tblGrid>
              <a:tr h="66578">
                <a:tc>
                  <a:txBody>
                    <a:bodyPr/>
                    <a:lstStyle/>
                    <a:p>
                      <a:pPr algn="l" fontAlgn="t"/>
                      <a:r>
                        <a:rPr lang="en-US" sz="700" b="1" u="none" strike="noStrike" dirty="0">
                          <a:solidFill>
                            <a:schemeClr val="bg1"/>
                          </a:solidFill>
                          <a:effectLst/>
                        </a:rPr>
                        <a:t>Service type</a:t>
                      </a:r>
                      <a:endParaRPr lang="en-US" sz="700" b="1" i="0" u="none" strike="noStrike" dirty="0">
                        <a:solidFill>
                          <a:schemeClr val="bg1"/>
                        </a:solidFill>
                        <a:effectLst/>
                        <a:latin typeface="Segoe UI Light" panose="020B0502040204020203" pitchFamily="34" charset="0"/>
                      </a:endParaRPr>
                    </a:p>
                  </a:txBody>
                  <a:tcPr marL="1513" marR="1513" marT="1513" marB="0">
                    <a:solidFill>
                      <a:srgbClr val="C00000"/>
                    </a:solidFill>
                  </a:tcPr>
                </a:tc>
                <a:tc>
                  <a:txBody>
                    <a:bodyPr/>
                    <a:lstStyle/>
                    <a:p>
                      <a:pPr algn="l" fontAlgn="t"/>
                      <a:r>
                        <a:rPr lang="en-US" sz="700" b="1" u="none" strike="noStrike" dirty="0">
                          <a:solidFill>
                            <a:schemeClr val="bg1"/>
                          </a:solidFill>
                          <a:effectLst/>
                        </a:rPr>
                        <a:t>Custom name</a:t>
                      </a:r>
                      <a:endParaRPr lang="en-US" sz="700" b="1" i="0" u="none" strike="noStrike" dirty="0">
                        <a:solidFill>
                          <a:schemeClr val="bg1"/>
                        </a:solidFill>
                        <a:effectLst/>
                        <a:latin typeface="Segoe UI Light" panose="020B0502040204020203" pitchFamily="34" charset="0"/>
                      </a:endParaRPr>
                    </a:p>
                  </a:txBody>
                  <a:tcPr marL="1513" marR="1513" marT="1513" marB="0">
                    <a:solidFill>
                      <a:srgbClr val="C00000"/>
                    </a:solidFill>
                  </a:tcPr>
                </a:tc>
                <a:tc>
                  <a:txBody>
                    <a:bodyPr/>
                    <a:lstStyle/>
                    <a:p>
                      <a:pPr algn="l" fontAlgn="t"/>
                      <a:r>
                        <a:rPr lang="en-US" sz="700" b="1" u="none" strike="noStrike" dirty="0">
                          <a:solidFill>
                            <a:schemeClr val="bg1"/>
                          </a:solidFill>
                          <a:effectLst/>
                        </a:rPr>
                        <a:t>Description</a:t>
                      </a:r>
                      <a:endParaRPr lang="en-US" sz="700" b="1" i="0" u="none" strike="noStrike" dirty="0">
                        <a:solidFill>
                          <a:schemeClr val="bg1"/>
                        </a:solidFill>
                        <a:effectLst/>
                        <a:latin typeface="Segoe UI Light" panose="020B0502040204020203" pitchFamily="34" charset="0"/>
                      </a:endParaRPr>
                    </a:p>
                  </a:txBody>
                  <a:tcPr marL="1513" marR="1513" marT="1513" marB="0">
                    <a:solidFill>
                      <a:srgbClr val="C00000"/>
                    </a:solidFill>
                  </a:tcPr>
                </a:tc>
                <a:extLst>
                  <a:ext uri="{0D108BD9-81ED-4DB2-BD59-A6C34878D82A}">
                    <a16:rowId xmlns:a16="http://schemas.microsoft.com/office/drawing/2014/main" val="1512652418"/>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ACTIVE DIRECTORY</a:t>
                      </a:r>
                      <a:endParaRPr lang="en-US" sz="700" b="0" i="0" u="none" strike="noStrike" dirty="0">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1 D2 v3 (2 vCPUs, 8 GB RAM) x 1 Hours (Pay as you go), Windows (License included), OS Only; 0 managed disks – S4; Inter Region transfer type, 5 GB outbound data transfer from South Central US to East Asia</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1127668710"/>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ANTIVIRUS/IMPRESION</a:t>
                      </a:r>
                      <a:endParaRPr lang="en-US" sz="700" b="0" i="0" u="none" strike="noStrike" dirty="0">
                        <a:effectLst/>
                        <a:latin typeface="Segoe UI Light" panose="020B0502040204020203" pitchFamily="34" charset="0"/>
                      </a:endParaRPr>
                    </a:p>
                  </a:txBody>
                  <a:tcPr marL="1513" marR="1513" marT="1513" marB="0"/>
                </a:tc>
                <a:tc>
                  <a:txBody>
                    <a:bodyPr/>
                    <a:lstStyle/>
                    <a:p>
                      <a:pPr algn="l" fontAlgn="t"/>
                      <a:r>
                        <a:rPr lang="en-US" sz="700" u="none" strike="noStrike">
                          <a:effectLst/>
                        </a:rPr>
                        <a:t>1 D4 v5 (4 vCPUs, 16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2990847916"/>
                  </a:ext>
                </a:extLst>
              </a:tr>
              <a:tr h="266311">
                <a:tc>
                  <a:txBody>
                    <a:bodyPr/>
                    <a:lstStyle/>
                    <a:p>
                      <a:pPr algn="l" fontAlgn="t"/>
                      <a:r>
                        <a:rPr lang="en-US" sz="700" u="none" strike="noStrike" dirty="0">
                          <a:effectLst/>
                        </a:rPr>
                        <a:t>Virtual Machines</a:t>
                      </a:r>
                      <a:endParaRPr lang="en-US" sz="700" b="0" i="0" u="none" strike="noStrike" dirty="0">
                        <a:effectLst/>
                        <a:latin typeface="Segoe UI Light" panose="020B0502040204020203" pitchFamily="34" charset="0"/>
                      </a:endParaRPr>
                    </a:p>
                  </a:txBody>
                  <a:tcPr marL="1513" marR="1513" marT="1513" marB="0"/>
                </a:tc>
                <a:tc>
                  <a:txBody>
                    <a:bodyPr/>
                    <a:lstStyle/>
                    <a:p>
                      <a:pPr algn="l" fontAlgn="t"/>
                      <a:r>
                        <a:rPr lang="en-US" sz="700" u="none" strike="noStrike">
                          <a:effectLst/>
                        </a:rPr>
                        <a:t>BASE DE DATOS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1 D2 v5 (2 vCPUs, 8 GB RAM) x 1 Hours (Pay as you go), Windows (License included), SQL Standard (Pay as you go); 0 managed disks – S4; Inter Region transfer type, 5 GB outbound data transfer from South Central US to East Asia</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760879519"/>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APLICACIÓN RH7</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D2 v5 (2 vCPUs, 8 GB RAM) x 1 Hours (Pay as you go), Windows (License included), SQL Standard (Pay as you go);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758039590"/>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LICENCIAS AUTOCAD</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D1 (1 vCPU, 3.5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3194262172"/>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LICENCIAS AUTOCAD 2016</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D1 (1 vCPU, 3.5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2520301967"/>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ACTIVE DIRECTORY SECUNDARIO</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F1 (1 vCPU, 2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205123854"/>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NETSCALER GATEWAY</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D2s v4 (2 vCPUs, 8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2759954989"/>
                  </a:ext>
                </a:extLst>
              </a:tr>
              <a:tr h="266311">
                <a:tc>
                  <a:txBody>
                    <a:bodyPr/>
                    <a:lstStyle/>
                    <a:p>
                      <a:pPr algn="l" fontAlgn="t"/>
                      <a:r>
                        <a:rPr lang="en-US" sz="700" u="none" strike="noStrike">
                          <a:effectLst/>
                        </a:rPr>
                        <a:t>Virtual Machines</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FORTINET VIRTUAL</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1 F2 (2 vCPUs, 4 GB RAM) x 1 Hours (Pay as you go), Windows (License included), OS Only; 0 managed disks – S4; Inter Region transfer type, 5 GB outbound data transfer from South Central US to East Asia</a:t>
                      </a:r>
                      <a:endParaRPr lang="en-US" sz="700" b="0" i="0" u="none" strike="noStrike">
                        <a:effectLst/>
                        <a:latin typeface="Segoe UI Light" panose="020B0502040204020203" pitchFamily="34" charset="0"/>
                      </a:endParaRPr>
                    </a:p>
                  </a:txBody>
                  <a:tcPr marL="1513" marR="1513" marT="1513" marB="0"/>
                </a:tc>
                <a:extLst>
                  <a:ext uri="{0D108BD9-81ED-4DB2-BD59-A6C34878D82A}">
                    <a16:rowId xmlns:a16="http://schemas.microsoft.com/office/drawing/2014/main" val="1183579690"/>
                  </a:ext>
                </a:extLst>
              </a:tr>
              <a:tr h="133156">
                <a:tc>
                  <a:txBody>
                    <a:bodyPr/>
                    <a:lstStyle/>
                    <a:p>
                      <a:pPr algn="l" fontAlgn="t"/>
                      <a:r>
                        <a:rPr lang="en-US" sz="700" u="none" strike="noStrike">
                          <a:effectLst/>
                        </a:rPr>
                        <a:t>Bandwidth</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a:effectLst/>
                        </a:rPr>
                        <a:t> </a:t>
                      </a:r>
                      <a:endParaRPr lang="en-US" sz="700" b="0" i="0" u="none" strike="noStrike">
                        <a:effectLst/>
                        <a:latin typeface="Segoe UI Light" panose="020B0502040204020203" pitchFamily="34" charset="0"/>
                      </a:endParaRPr>
                    </a:p>
                  </a:txBody>
                  <a:tcPr marL="1513" marR="1513" marT="1513" marB="0"/>
                </a:tc>
                <a:tc>
                  <a:txBody>
                    <a:bodyPr/>
                    <a:lstStyle/>
                    <a:p>
                      <a:pPr algn="l" fontAlgn="t"/>
                      <a:r>
                        <a:rPr lang="en-US" sz="700" u="none" strike="noStrike" dirty="0">
                          <a:effectLst/>
                        </a:rPr>
                        <a:t>Internet egress, 200 GB outbound data transfer from South Central US routed via Public Internet</a:t>
                      </a:r>
                      <a:endParaRPr lang="en-US" sz="700" b="0" i="0" u="none" strike="noStrike" dirty="0">
                        <a:effectLst/>
                        <a:latin typeface="Segoe UI Light" panose="020B0502040204020203" pitchFamily="34" charset="0"/>
                      </a:endParaRPr>
                    </a:p>
                  </a:txBody>
                  <a:tcPr marL="1513" marR="1513" marT="1513" marB="0"/>
                </a:tc>
                <a:extLst>
                  <a:ext uri="{0D108BD9-81ED-4DB2-BD59-A6C34878D82A}">
                    <a16:rowId xmlns:a16="http://schemas.microsoft.com/office/drawing/2014/main" val="453480112"/>
                  </a:ext>
                </a:extLst>
              </a:tr>
            </a:tbl>
          </a:graphicData>
        </a:graphic>
      </p:graphicFrame>
      <p:sp>
        <p:nvSpPr>
          <p:cNvPr id="5" name="TextBox 4">
            <a:extLst>
              <a:ext uri="{FF2B5EF4-FFF2-40B4-BE49-F238E27FC236}">
                <a16:creationId xmlns:a16="http://schemas.microsoft.com/office/drawing/2014/main" id="{B1970A53-CEBB-7F7F-1358-A5D3A3BF12C1}"/>
              </a:ext>
            </a:extLst>
          </p:cNvPr>
          <p:cNvSpPr txBox="1"/>
          <p:nvPr/>
        </p:nvSpPr>
        <p:spPr>
          <a:xfrm>
            <a:off x="394341" y="1896153"/>
            <a:ext cx="2587568" cy="276999"/>
          </a:xfrm>
          <a:prstGeom prst="rect">
            <a:avLst/>
          </a:prstGeom>
          <a:noFill/>
        </p:spPr>
        <p:txBody>
          <a:bodyPr wrap="none" rtlCol="0">
            <a:spAutoFit/>
          </a:bodyPr>
          <a:lstStyle/>
          <a:p>
            <a:r>
              <a:rPr lang="es-419" sz="1200" dirty="0">
                <a:solidFill>
                  <a:schemeClr val="tx2"/>
                </a:solidFill>
              </a:rPr>
              <a:t>Componentes en caso de incidente</a:t>
            </a:r>
            <a:endParaRPr lang="en-US" sz="1200" dirty="0">
              <a:solidFill>
                <a:schemeClr val="tx2"/>
              </a:solidFill>
            </a:endParaRPr>
          </a:p>
        </p:txBody>
      </p:sp>
      <p:sp>
        <p:nvSpPr>
          <p:cNvPr id="6" name="TextBox 5">
            <a:extLst>
              <a:ext uri="{FF2B5EF4-FFF2-40B4-BE49-F238E27FC236}">
                <a16:creationId xmlns:a16="http://schemas.microsoft.com/office/drawing/2014/main" id="{A1DEEF3D-6A4E-8B18-BE64-DA6821CB1B6F}"/>
              </a:ext>
            </a:extLst>
          </p:cNvPr>
          <p:cNvSpPr txBox="1"/>
          <p:nvPr/>
        </p:nvSpPr>
        <p:spPr>
          <a:xfrm>
            <a:off x="394341" y="725648"/>
            <a:ext cx="1454244" cy="276999"/>
          </a:xfrm>
          <a:prstGeom prst="rect">
            <a:avLst/>
          </a:prstGeom>
          <a:noFill/>
        </p:spPr>
        <p:txBody>
          <a:bodyPr wrap="none" rtlCol="0">
            <a:spAutoFit/>
          </a:bodyPr>
          <a:lstStyle/>
          <a:p>
            <a:r>
              <a:rPr lang="es-419" sz="1200" dirty="0">
                <a:solidFill>
                  <a:schemeClr val="tx2"/>
                </a:solidFill>
              </a:rPr>
              <a:t>Componentes fijos</a:t>
            </a:r>
            <a:endParaRPr lang="en-US" sz="1200" dirty="0">
              <a:solidFill>
                <a:schemeClr val="tx2"/>
              </a:solidFill>
            </a:endParaRPr>
          </a:p>
        </p:txBody>
      </p:sp>
    </p:spTree>
    <p:extLst>
      <p:ext uri="{BB962C8B-B14F-4D97-AF65-F5344CB8AC3E}">
        <p14:creationId xmlns:p14="http://schemas.microsoft.com/office/powerpoint/2010/main" val="2439487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312243"/>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dirty="0">
                <a:solidFill>
                  <a:srgbClr val="323232"/>
                </a:solidFill>
                <a:latin typeface="Helvetica" pitchFamily="2" charset="0"/>
                <a:ea typeface="Helvetica Neue"/>
                <a:cs typeface="Helvetica Neue"/>
                <a:sym typeface="Helvetica Neue"/>
              </a:rPr>
              <a:t>PROCESO DE REPLICACIÓN</a:t>
            </a:r>
            <a:endParaRPr lang="es-MX" sz="2000" i="0" u="none" strike="noStrike" cap="none" dirty="0">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Picture 2" descr="Diagram showing replication of VMware VMs and physical servers  to a secondary datacenter">
            <a:extLst>
              <a:ext uri="{FF2B5EF4-FFF2-40B4-BE49-F238E27FC236}">
                <a16:creationId xmlns:a16="http://schemas.microsoft.com/office/drawing/2014/main" id="{D6DAEA5B-ED75-DC5A-D875-3E2D3FD2D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201" y="841761"/>
            <a:ext cx="6184516" cy="286232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9">
            <a:extLst>
              <a:ext uri="{FF2B5EF4-FFF2-40B4-BE49-F238E27FC236}">
                <a16:creationId xmlns:a16="http://schemas.microsoft.com/office/drawing/2014/main" id="{367942BC-F151-9FD5-53AD-B0BE3091FD74}"/>
              </a:ext>
            </a:extLst>
          </p:cNvPr>
          <p:cNvSpPr/>
          <p:nvPr/>
        </p:nvSpPr>
        <p:spPr>
          <a:xfrm>
            <a:off x="6780771" y="845324"/>
            <a:ext cx="2148917" cy="2862322"/>
          </a:xfrm>
          <a:prstGeom prst="rect">
            <a:avLst/>
          </a:prstGeom>
        </p:spPr>
        <p:txBody>
          <a:bodyPr wrap="square">
            <a:spAutoFit/>
          </a:bodyPr>
          <a:lstStyle/>
          <a:p>
            <a:pPr algn="just"/>
            <a:r>
              <a:rPr lang="es-ES" sz="1000" b="0" i="0" dirty="0">
                <a:solidFill>
                  <a:schemeClr val="tx2"/>
                </a:solidFill>
                <a:latin typeface="Arial" charset="0"/>
                <a:cs typeface="Arial" charset="0"/>
              </a:rPr>
              <a:t>Los servidores de cada sitio son configurados (configuración, proceso y destino principal)  y es instalado el </a:t>
            </a:r>
            <a:r>
              <a:rPr lang="es-ES" sz="1000" b="0" i="0" dirty="0" err="1">
                <a:solidFill>
                  <a:schemeClr val="tx2"/>
                </a:solidFill>
                <a:latin typeface="Arial" charset="0"/>
                <a:cs typeface="Arial" charset="0"/>
              </a:rPr>
              <a:t>Unified</a:t>
            </a:r>
            <a:r>
              <a:rPr lang="es-ES" sz="1000" b="0" i="0" dirty="0">
                <a:solidFill>
                  <a:schemeClr val="tx2"/>
                </a:solidFill>
                <a:latin typeface="Arial" charset="0"/>
                <a:cs typeface="Arial" charset="0"/>
              </a:rPr>
              <a:t> </a:t>
            </a:r>
            <a:r>
              <a:rPr lang="es-ES" sz="1000" b="0" i="0" dirty="0" err="1">
                <a:solidFill>
                  <a:schemeClr val="tx2"/>
                </a:solidFill>
                <a:latin typeface="Arial" charset="0"/>
                <a:cs typeface="Arial" charset="0"/>
              </a:rPr>
              <a:t>Agent</a:t>
            </a:r>
            <a:r>
              <a:rPr lang="es-ES" sz="1000" b="0" i="0" dirty="0">
                <a:solidFill>
                  <a:schemeClr val="tx2"/>
                </a:solidFill>
                <a:latin typeface="Arial" charset="0"/>
                <a:cs typeface="Arial" charset="0"/>
              </a:rPr>
              <a:t> en las máquinas que desee replicar.</a:t>
            </a:r>
          </a:p>
          <a:p>
            <a:pPr algn="just"/>
            <a:endParaRPr lang="es-ES" sz="1000" b="0" i="0" dirty="0">
              <a:solidFill>
                <a:schemeClr val="tx2"/>
              </a:solidFill>
              <a:latin typeface="Arial" charset="0"/>
              <a:cs typeface="Arial" charset="0"/>
            </a:endParaRPr>
          </a:p>
          <a:p>
            <a:pPr algn="just"/>
            <a:r>
              <a:rPr lang="es-ES" sz="1000" b="0" i="0" dirty="0">
                <a:solidFill>
                  <a:schemeClr val="tx2"/>
                </a:solidFill>
                <a:latin typeface="Arial" charset="0"/>
                <a:cs typeface="Arial" charset="0"/>
              </a:rPr>
              <a:t>Después de la replicación inicial, el agente de cada máquina envía los cambios de replicación diferencial al servidor de procesos.</a:t>
            </a:r>
          </a:p>
          <a:p>
            <a:pPr algn="just"/>
            <a:endParaRPr lang="es-ES" sz="1000" b="0" i="0" dirty="0">
              <a:solidFill>
                <a:schemeClr val="tx2"/>
              </a:solidFill>
              <a:latin typeface="Arial" charset="0"/>
              <a:cs typeface="Arial" charset="0"/>
            </a:endParaRPr>
          </a:p>
          <a:p>
            <a:pPr algn="just"/>
            <a:r>
              <a:rPr lang="es-ES" sz="1000" b="0" i="0" dirty="0">
                <a:solidFill>
                  <a:schemeClr val="tx2"/>
                </a:solidFill>
                <a:latin typeface="Arial" charset="0"/>
                <a:cs typeface="Arial" charset="0"/>
              </a:rPr>
              <a:t>Por su parte, el servidor de procesos optimiza los datos y los transfiere al servidor de destino maestro del sitio secundario (Azure). El servidor de configuración administra el proceso de replicación.</a:t>
            </a:r>
          </a:p>
        </p:txBody>
      </p:sp>
    </p:spTree>
    <p:extLst>
      <p:ext uri="{BB962C8B-B14F-4D97-AF65-F5344CB8AC3E}">
        <p14:creationId xmlns:p14="http://schemas.microsoft.com/office/powerpoint/2010/main" val="200071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312243"/>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dirty="0">
                <a:solidFill>
                  <a:srgbClr val="323232"/>
                </a:solidFill>
                <a:latin typeface="Helvetica" pitchFamily="2" charset="0"/>
                <a:ea typeface="Helvetica Neue"/>
                <a:cs typeface="Helvetica Neue"/>
                <a:sym typeface="Helvetica Neue"/>
              </a:rPr>
              <a:t>PROCESO DE RECUPERACIÓN</a:t>
            </a:r>
            <a:endParaRPr lang="es-MX" sz="2000" i="0" u="none" strike="noStrike" cap="none" dirty="0">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10">
            <a:extLst>
              <a:ext uri="{FF2B5EF4-FFF2-40B4-BE49-F238E27FC236}">
                <a16:creationId xmlns:a16="http://schemas.microsoft.com/office/drawing/2014/main" id="{92785542-9203-AECD-2A78-672B08752823}"/>
              </a:ext>
            </a:extLst>
          </p:cNvPr>
          <p:cNvSpPr txBox="1"/>
          <p:nvPr/>
        </p:nvSpPr>
        <p:spPr>
          <a:xfrm>
            <a:off x="475202" y="915763"/>
            <a:ext cx="8221123" cy="33239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buClr>
                <a:srgbClr val="6AB335"/>
              </a:buClr>
            </a:pPr>
            <a:r>
              <a:rPr lang="es-ES" sz="1000" b="0" i="0" dirty="0">
                <a:solidFill>
                  <a:schemeClr val="tx2"/>
                </a:solidFill>
                <a:latin typeface="Arial" charset="0"/>
                <a:cs typeface="Arial" charset="0"/>
              </a:rPr>
              <a:t>El modelo para continuidad del servicio en Azure se basa en los siguientes bloques de tiempo:</a:t>
            </a:r>
          </a:p>
          <a:p>
            <a:pPr algn="just">
              <a:lnSpc>
                <a:spcPct val="150000"/>
              </a:lnSpc>
              <a:buClr>
                <a:srgbClr val="6AB335"/>
              </a:buClr>
            </a:pPr>
            <a:endParaRPr lang="es-ES" sz="1000" b="0" i="0" dirty="0">
              <a:solidFill>
                <a:schemeClr val="tx2"/>
              </a:solidFill>
              <a:latin typeface="Arial" charset="0"/>
              <a:cs typeface="Arial" charset="0"/>
            </a:endParaRPr>
          </a:p>
          <a:p>
            <a:pPr marL="628650" indent="-285750" algn="just">
              <a:lnSpc>
                <a:spcPct val="150000"/>
              </a:lnSpc>
              <a:buClr>
                <a:srgbClr val="6AB335"/>
              </a:buClr>
              <a:buFont typeface="+mj-lt"/>
              <a:buAutoNum type="arabicPeriod"/>
              <a:tabLst>
                <a:tab pos="4173538" algn="l"/>
              </a:tabLst>
            </a:pPr>
            <a:r>
              <a:rPr lang="es-ES" sz="1000" b="0" i="0" dirty="0">
                <a:solidFill>
                  <a:schemeClr val="tx2"/>
                </a:solidFill>
                <a:latin typeface="Arial" charset="0"/>
                <a:cs typeface="Arial" charset="0"/>
              </a:rPr>
              <a:t>Los equipos son replicados de manera constante a la nube de Azure, durante este lapso de tiempo el cliente solo pagará por los componentes que son necesarios para mantener su información en la nube.</a:t>
            </a:r>
          </a:p>
          <a:p>
            <a:pPr marL="628650" indent="-285750" algn="just">
              <a:lnSpc>
                <a:spcPct val="150000"/>
              </a:lnSpc>
              <a:buClr>
                <a:srgbClr val="6AB335"/>
              </a:buClr>
              <a:buFont typeface="+mj-lt"/>
              <a:buAutoNum type="arabicPeriod"/>
              <a:tabLst>
                <a:tab pos="4173538" algn="l"/>
              </a:tabLst>
            </a:pPr>
            <a:r>
              <a:rPr lang="es-ES" sz="1000" b="0" i="0" dirty="0">
                <a:solidFill>
                  <a:schemeClr val="tx2"/>
                </a:solidFill>
                <a:latin typeface="Arial" charset="0"/>
                <a:cs typeface="Arial" charset="0"/>
              </a:rPr>
              <a:t>En caso de contingencia (</a:t>
            </a:r>
            <a:r>
              <a:rPr lang="es-ES" sz="1000" b="0" i="0" dirty="0" err="1">
                <a:solidFill>
                  <a:schemeClr val="tx2"/>
                </a:solidFill>
                <a:latin typeface="Arial" charset="0"/>
                <a:cs typeface="Arial" charset="0"/>
              </a:rPr>
              <a:t>failover</a:t>
            </a:r>
            <a:r>
              <a:rPr lang="es-ES" sz="1000" b="0" i="0" dirty="0">
                <a:solidFill>
                  <a:schemeClr val="tx2"/>
                </a:solidFill>
                <a:latin typeface="Arial" charset="0"/>
                <a:cs typeface="Arial" charset="0"/>
              </a:rPr>
              <a:t>) se activa el DRP, para ello se levantan las máquinas virtuales en Azure con la información previamente replicada, en este momento se suman a los costos el consumo de los componentes necesarios para la activación del servicio en Azure.</a:t>
            </a:r>
          </a:p>
          <a:p>
            <a:pPr marL="628650" indent="-285750" algn="just">
              <a:lnSpc>
                <a:spcPct val="150000"/>
              </a:lnSpc>
              <a:buClr>
                <a:srgbClr val="6AB335"/>
              </a:buClr>
              <a:buFont typeface="+mj-lt"/>
              <a:buAutoNum type="arabicPeriod"/>
              <a:tabLst>
                <a:tab pos="4173538" algn="l"/>
              </a:tabLst>
            </a:pPr>
            <a:r>
              <a:rPr lang="es-ES" sz="1000" b="0" i="0" dirty="0">
                <a:solidFill>
                  <a:schemeClr val="tx2"/>
                </a:solidFill>
                <a:latin typeface="Arial" charset="0"/>
                <a:cs typeface="Arial" charset="0"/>
              </a:rPr>
              <a:t>Una vez resuelta de la contingencia (</a:t>
            </a:r>
            <a:r>
              <a:rPr lang="es-ES" sz="1000" b="0" i="0" dirty="0" err="1">
                <a:solidFill>
                  <a:schemeClr val="tx2"/>
                </a:solidFill>
                <a:latin typeface="Arial" charset="0"/>
                <a:cs typeface="Arial" charset="0"/>
              </a:rPr>
              <a:t>failback</a:t>
            </a:r>
            <a:r>
              <a:rPr lang="es-ES" sz="1000" b="0" i="0" dirty="0">
                <a:solidFill>
                  <a:schemeClr val="tx2"/>
                </a:solidFill>
                <a:latin typeface="Arial" charset="0"/>
                <a:cs typeface="Arial" charset="0"/>
              </a:rPr>
              <a:t>), se iniciará un proceso de replicación inverso, es decir, desde Azure hacía la infraestructura </a:t>
            </a:r>
            <a:r>
              <a:rPr lang="es-ES" sz="1000" b="0" i="0" dirty="0" err="1">
                <a:solidFill>
                  <a:schemeClr val="tx2"/>
                </a:solidFill>
                <a:latin typeface="Arial" charset="0"/>
                <a:cs typeface="Arial" charset="0"/>
              </a:rPr>
              <a:t>On-Premises</a:t>
            </a:r>
            <a:r>
              <a:rPr lang="es-ES" sz="1000" b="0" i="0" dirty="0">
                <a:solidFill>
                  <a:schemeClr val="tx2"/>
                </a:solidFill>
                <a:latin typeface="Arial" charset="0"/>
                <a:cs typeface="Arial" charset="0"/>
              </a:rPr>
              <a:t>, durante esta fase se sumarán a los costos de los componentes necesarios para enviar la información.</a:t>
            </a:r>
          </a:p>
          <a:p>
            <a:pPr marL="628650" indent="-285750" algn="just">
              <a:lnSpc>
                <a:spcPct val="150000"/>
              </a:lnSpc>
              <a:buClr>
                <a:srgbClr val="6AB335"/>
              </a:buClr>
              <a:buFont typeface="+mj-lt"/>
              <a:buAutoNum type="arabicPeriod"/>
              <a:tabLst>
                <a:tab pos="4173538" algn="l"/>
              </a:tabLst>
            </a:pPr>
            <a:r>
              <a:rPr lang="es-ES" sz="1000" b="0" i="0" dirty="0">
                <a:solidFill>
                  <a:schemeClr val="tx2"/>
                </a:solidFill>
                <a:latin typeface="Arial" charset="0"/>
                <a:cs typeface="Arial" charset="0"/>
              </a:rPr>
              <a:t>Por último, se activa nuevamente el servicio en la infraestructura </a:t>
            </a:r>
            <a:r>
              <a:rPr lang="es-ES" sz="1000" b="0" i="0" dirty="0" err="1">
                <a:solidFill>
                  <a:schemeClr val="tx2"/>
                </a:solidFill>
                <a:latin typeface="Arial" charset="0"/>
                <a:cs typeface="Arial" charset="0"/>
              </a:rPr>
              <a:t>On-Premises</a:t>
            </a:r>
            <a:r>
              <a:rPr lang="es-ES" sz="1000" b="0" i="0" dirty="0">
                <a:solidFill>
                  <a:schemeClr val="tx2"/>
                </a:solidFill>
                <a:latin typeface="Arial" charset="0"/>
                <a:cs typeface="Arial" charset="0"/>
              </a:rPr>
              <a:t> y se apagan los servicios utilizados en Azure durante la contingencia. Regresando al estado numero 1.</a:t>
            </a:r>
          </a:p>
          <a:p>
            <a:pPr algn="just">
              <a:lnSpc>
                <a:spcPct val="150000"/>
              </a:lnSpc>
              <a:buClr>
                <a:srgbClr val="6AB335"/>
              </a:buClr>
            </a:pPr>
            <a:endParaRPr lang="es-ES" sz="1000" b="0" i="0" dirty="0">
              <a:solidFill>
                <a:schemeClr val="tx2"/>
              </a:solidFill>
              <a:latin typeface="Arial" charset="0"/>
              <a:cs typeface="Arial" charset="0"/>
            </a:endParaRPr>
          </a:p>
          <a:p>
            <a:pPr algn="just">
              <a:lnSpc>
                <a:spcPct val="150000"/>
              </a:lnSpc>
              <a:buClr>
                <a:srgbClr val="6AB335"/>
              </a:buClr>
            </a:pPr>
            <a:r>
              <a:rPr lang="es-ES" sz="1000" b="0" i="0" dirty="0">
                <a:solidFill>
                  <a:schemeClr val="tx2"/>
                </a:solidFill>
                <a:latin typeface="Arial" charset="0"/>
                <a:cs typeface="Arial" charset="0"/>
              </a:rPr>
              <a:t>Los valores de RPO y RTO serán calculados una vez migrados los servicios a Azure y establecido los tiempos de replicación y su periodicidad.</a:t>
            </a:r>
          </a:p>
          <a:p>
            <a:pPr algn="just">
              <a:lnSpc>
                <a:spcPct val="150000"/>
              </a:lnSpc>
              <a:buClr>
                <a:srgbClr val="6AB335"/>
              </a:buClr>
            </a:pPr>
            <a:endParaRPr lang="es-ES" sz="1000" b="0" i="0" dirty="0">
              <a:solidFill>
                <a:schemeClr val="tx2"/>
              </a:solidFill>
              <a:latin typeface="Arial" charset="0"/>
              <a:cs typeface="Arial" charset="0"/>
            </a:endParaRPr>
          </a:p>
        </p:txBody>
      </p:sp>
    </p:spTree>
    <p:extLst>
      <p:ext uri="{BB962C8B-B14F-4D97-AF65-F5344CB8AC3E}">
        <p14:creationId xmlns:p14="http://schemas.microsoft.com/office/powerpoint/2010/main" val="115942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312243"/>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i="0" u="none" strike="noStrike" cap="none" dirty="0">
                <a:solidFill>
                  <a:srgbClr val="323232"/>
                </a:solidFill>
                <a:latin typeface="Helvetica" pitchFamily="2" charset="0"/>
                <a:ea typeface="Helvetica Neue"/>
                <a:cs typeface="Helvetica Neue"/>
                <a:sym typeface="Helvetica Neue"/>
              </a:rPr>
              <a:t>SLA</a:t>
            </a: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CuadroTexto 10">
            <a:extLst>
              <a:ext uri="{FF2B5EF4-FFF2-40B4-BE49-F238E27FC236}">
                <a16:creationId xmlns:a16="http://schemas.microsoft.com/office/drawing/2014/main" id="{7FDEDF1C-9EEF-DE5B-4F5C-752A88CDCFA2}"/>
              </a:ext>
            </a:extLst>
          </p:cNvPr>
          <p:cNvSpPr txBox="1"/>
          <p:nvPr/>
        </p:nvSpPr>
        <p:spPr>
          <a:xfrm>
            <a:off x="475202" y="909757"/>
            <a:ext cx="8125872" cy="33239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28600" indent="-228600" algn="just">
              <a:lnSpc>
                <a:spcPct val="150000"/>
              </a:lnSpc>
              <a:buClr>
                <a:srgbClr val="6AB335"/>
              </a:buClr>
              <a:buFont typeface="Arial" panose="020B0604020202020204" pitchFamily="34" charset="0"/>
              <a:buChar char="•"/>
            </a:pPr>
            <a:r>
              <a:rPr lang="es-ES" sz="1000" b="0" i="0" dirty="0">
                <a:solidFill>
                  <a:schemeClr val="tx2"/>
                </a:solidFill>
                <a:latin typeface="Arial" charset="0"/>
                <a:cs typeface="Arial" charset="0"/>
              </a:rPr>
              <a:t>Para cada Instancia Protegida configurada para Conmutación por Error de Instalaciones Locales a Instalaciones Locales, garantizamos una disponibilidad del 99,9 %, como mínimo, del servicio Recuperación del Sitio. La disponibilidad se calcula para un ciclo de facturación mensual.</a:t>
            </a:r>
          </a:p>
          <a:p>
            <a:pPr marL="228600" indent="-228600" algn="just">
              <a:lnSpc>
                <a:spcPct val="150000"/>
              </a:lnSpc>
              <a:buClr>
                <a:srgbClr val="6AB335"/>
              </a:buClr>
              <a:buFont typeface="Arial" panose="020B0604020202020204" pitchFamily="34" charset="0"/>
              <a:buChar char="•"/>
            </a:pPr>
            <a:endParaRPr lang="es-ES" sz="1000" b="0" i="0" dirty="0">
              <a:solidFill>
                <a:schemeClr val="tx2"/>
              </a:solidFill>
              <a:latin typeface="Arial" charset="0"/>
              <a:cs typeface="Arial" charset="0"/>
            </a:endParaRPr>
          </a:p>
          <a:p>
            <a:pPr marL="228600" indent="-228600" algn="just">
              <a:lnSpc>
                <a:spcPct val="150000"/>
              </a:lnSpc>
              <a:buClr>
                <a:srgbClr val="6AB335"/>
              </a:buClr>
              <a:buFont typeface="Arial" panose="020B0604020202020204" pitchFamily="34" charset="0"/>
              <a:buChar char="•"/>
            </a:pPr>
            <a:r>
              <a:rPr lang="es-ES" sz="1000" b="0" i="0" dirty="0">
                <a:solidFill>
                  <a:schemeClr val="tx2"/>
                </a:solidFill>
                <a:latin typeface="Arial" charset="0"/>
                <a:cs typeface="Arial" charset="0"/>
              </a:rPr>
              <a:t>Para cada Instancia Protegida configurada para Conmutación por Error Local a Azure planificada y no planificada, garantizamos un Objetivo de Tiempo de Recuperación de dos horas.</a:t>
            </a:r>
          </a:p>
          <a:p>
            <a:pPr marL="228600" indent="-228600" algn="just">
              <a:lnSpc>
                <a:spcPct val="150000"/>
              </a:lnSpc>
              <a:buClr>
                <a:srgbClr val="6AB335"/>
              </a:buClr>
              <a:buFont typeface="Arial" panose="020B0604020202020204" pitchFamily="34" charset="0"/>
              <a:buChar char="•"/>
            </a:pPr>
            <a:endParaRPr lang="es-ES" sz="1000" b="0" i="0" dirty="0">
              <a:solidFill>
                <a:schemeClr val="tx2"/>
              </a:solidFill>
              <a:latin typeface="Arial" charset="0"/>
              <a:cs typeface="Arial" charset="0"/>
            </a:endParaRPr>
          </a:p>
          <a:p>
            <a:pPr marL="228600" indent="-228600" algn="just">
              <a:lnSpc>
                <a:spcPct val="150000"/>
              </a:lnSpc>
              <a:buClr>
                <a:srgbClr val="6AB335"/>
              </a:buClr>
              <a:buFont typeface="Arial" panose="020B0604020202020204" pitchFamily="34" charset="0"/>
              <a:buChar char="•"/>
            </a:pPr>
            <a:r>
              <a:rPr lang="es-ES" sz="1000" b="0" i="0" dirty="0">
                <a:solidFill>
                  <a:schemeClr val="tx2"/>
                </a:solidFill>
                <a:latin typeface="Arial" charset="0"/>
                <a:cs typeface="Arial" charset="0"/>
              </a:rPr>
              <a:t>Para cada Instancia Protegida configurada para Conmutación por error de Azure a Azure, garantizamos un Objetivo de Tiempo de Recuperación de dos horas.</a:t>
            </a:r>
          </a:p>
          <a:p>
            <a:pPr marL="457200" indent="-457200" algn="just">
              <a:lnSpc>
                <a:spcPct val="150000"/>
              </a:lnSpc>
              <a:buClr>
                <a:srgbClr val="6AB335"/>
              </a:buClr>
              <a:buFont typeface="Arial" panose="020B0604020202020204" pitchFamily="34" charset="0"/>
              <a:buChar char="•"/>
            </a:pPr>
            <a:endParaRPr lang="es-ES" sz="1000" b="0" i="0" dirty="0">
              <a:solidFill>
                <a:schemeClr val="tx2"/>
              </a:solidFill>
              <a:latin typeface="Arial" charset="0"/>
              <a:cs typeface="Arial" charset="0"/>
            </a:endParaRPr>
          </a:p>
          <a:p>
            <a:pPr marL="457200" indent="-457200" algn="just">
              <a:lnSpc>
                <a:spcPct val="150000"/>
              </a:lnSpc>
              <a:buClr>
                <a:srgbClr val="6AB335"/>
              </a:buClr>
              <a:buFont typeface="Arial" panose="020B0604020202020204" pitchFamily="34" charset="0"/>
              <a:buChar char="•"/>
            </a:pPr>
            <a:endParaRPr lang="es-ES" sz="1000" b="0" i="0" dirty="0">
              <a:solidFill>
                <a:schemeClr val="tx2"/>
              </a:solidFill>
              <a:latin typeface="Arial" charset="0"/>
              <a:cs typeface="Arial" charset="0"/>
            </a:endParaRPr>
          </a:p>
          <a:p>
            <a:pPr algn="just">
              <a:lnSpc>
                <a:spcPct val="150000"/>
              </a:lnSpc>
              <a:buClr>
                <a:srgbClr val="6AB335"/>
              </a:buClr>
            </a:pPr>
            <a:r>
              <a:rPr lang="es-ES" sz="1000" b="0" i="0" dirty="0">
                <a:solidFill>
                  <a:schemeClr val="tx2"/>
                </a:solidFill>
                <a:latin typeface="Arial" charset="0"/>
                <a:cs typeface="Arial" charset="0"/>
              </a:rPr>
              <a:t>Para conocer más detalle sobre los niveles de servicio y créditos del servicio de Azure </a:t>
            </a:r>
            <a:r>
              <a:rPr lang="es-ES" sz="1000" b="0" i="0" dirty="0" err="1">
                <a:solidFill>
                  <a:schemeClr val="tx2"/>
                </a:solidFill>
                <a:latin typeface="Arial" charset="0"/>
                <a:cs typeface="Arial" charset="0"/>
              </a:rPr>
              <a:t>Site</a:t>
            </a:r>
            <a:r>
              <a:rPr lang="es-ES" sz="1000" b="0" i="0" dirty="0">
                <a:solidFill>
                  <a:schemeClr val="tx2"/>
                </a:solidFill>
                <a:latin typeface="Arial" charset="0"/>
                <a:cs typeface="Arial" charset="0"/>
              </a:rPr>
              <a:t> </a:t>
            </a:r>
            <a:r>
              <a:rPr lang="es-ES" sz="1000" b="0" i="0" dirty="0" err="1">
                <a:solidFill>
                  <a:schemeClr val="tx2"/>
                </a:solidFill>
                <a:latin typeface="Arial" charset="0"/>
                <a:cs typeface="Arial" charset="0"/>
              </a:rPr>
              <a:t>Recovery</a:t>
            </a:r>
            <a:r>
              <a:rPr lang="es-ES" sz="1000" b="0" i="0" dirty="0">
                <a:solidFill>
                  <a:schemeClr val="tx2"/>
                </a:solidFill>
                <a:latin typeface="Arial" charset="0"/>
                <a:cs typeface="Arial" charset="0"/>
              </a:rPr>
              <a:t>: </a:t>
            </a:r>
            <a:r>
              <a:rPr lang="es-ES" sz="1000" b="0" i="0" dirty="0">
                <a:solidFill>
                  <a:schemeClr val="accent2"/>
                </a:solidFill>
                <a:latin typeface="Arial" charset="0"/>
                <a:cs typeface="Arial" charset="0"/>
                <a:hlinkClick r:id="rId3">
                  <a:extLst>
                    <a:ext uri="{A12FA001-AC4F-418D-AE19-62706E023703}">
                      <ahyp:hlinkClr xmlns:ahyp="http://schemas.microsoft.com/office/drawing/2018/hyperlinkcolor" val="tx"/>
                    </a:ext>
                  </a:extLst>
                </a:hlinkClick>
              </a:rPr>
              <a:t>https://azure.microsoft.com/en-us/support/legal/sla/site-recovery/v1_2/</a:t>
            </a:r>
            <a:endParaRPr lang="es-ES" sz="1000" b="0" i="0" dirty="0">
              <a:solidFill>
                <a:schemeClr val="accent2"/>
              </a:solidFill>
              <a:latin typeface="Arial" charset="0"/>
              <a:cs typeface="Arial" charset="0"/>
            </a:endParaRPr>
          </a:p>
          <a:p>
            <a:pPr algn="just">
              <a:lnSpc>
                <a:spcPct val="150000"/>
              </a:lnSpc>
              <a:buClr>
                <a:srgbClr val="6AB335"/>
              </a:buClr>
            </a:pPr>
            <a:endParaRPr lang="es-ES" sz="1000" b="0" i="0" dirty="0">
              <a:solidFill>
                <a:schemeClr val="tx2"/>
              </a:solidFill>
              <a:latin typeface="Arial" charset="0"/>
              <a:cs typeface="Arial" charset="0"/>
            </a:endParaRPr>
          </a:p>
        </p:txBody>
      </p:sp>
    </p:spTree>
    <p:extLst>
      <p:ext uri="{BB962C8B-B14F-4D97-AF65-F5344CB8AC3E}">
        <p14:creationId xmlns:p14="http://schemas.microsoft.com/office/powerpoint/2010/main" val="516664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3" y="300954"/>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ENTREGABLES DEL SERVICIO</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10">
            <a:extLst>
              <a:ext uri="{FF2B5EF4-FFF2-40B4-BE49-F238E27FC236}">
                <a16:creationId xmlns:a16="http://schemas.microsoft.com/office/drawing/2014/main" id="{F4FC52F9-7F40-A86C-D50F-5D4A026AE0FE}"/>
              </a:ext>
            </a:extLst>
          </p:cNvPr>
          <p:cNvSpPr txBox="1"/>
          <p:nvPr/>
        </p:nvSpPr>
        <p:spPr>
          <a:xfrm>
            <a:off x="475203" y="699356"/>
            <a:ext cx="7721446" cy="33816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gn="just">
              <a:lnSpc>
                <a:spcPct val="150000"/>
              </a:lnSpc>
              <a:buClr>
                <a:srgbClr val="6AB335"/>
              </a:buClr>
              <a:buBlip>
                <a:blip r:embed="rId3"/>
              </a:buBlip>
            </a:pPr>
            <a:r>
              <a:rPr lang="es-ES" sz="950" b="1" dirty="0">
                <a:solidFill>
                  <a:schemeClr val="tx1">
                    <a:lumMod val="65000"/>
                    <a:lumOff val="35000"/>
                  </a:schemeClr>
                </a:solidFill>
              </a:rPr>
              <a:t>Suscripciones</a:t>
            </a:r>
            <a:r>
              <a:rPr lang="es-ES" sz="950" i="0" dirty="0">
                <a:solidFill>
                  <a:schemeClr val="tx1">
                    <a:lumMod val="65000"/>
                    <a:lumOff val="35000"/>
                  </a:schemeClr>
                </a:solidFill>
              </a:rPr>
              <a:t>. </a:t>
            </a:r>
            <a:r>
              <a:rPr lang="es-ES" sz="950" b="0" i="0" dirty="0">
                <a:solidFill>
                  <a:schemeClr val="tx1">
                    <a:lumMod val="65000"/>
                    <a:lumOff val="35000"/>
                  </a:schemeClr>
                </a:solidFill>
              </a:rPr>
              <a:t>Aprovisionamiento de </a:t>
            </a:r>
            <a:r>
              <a:rPr lang="es-ES" sz="950" dirty="0">
                <a:solidFill>
                  <a:schemeClr val="tx1">
                    <a:lumMod val="65000"/>
                    <a:lumOff val="35000"/>
                  </a:schemeClr>
                </a:solidFill>
              </a:rPr>
              <a:t>las siguientes suscripciones</a:t>
            </a:r>
            <a:r>
              <a:rPr lang="es-ES" sz="950" b="0" i="0" dirty="0">
                <a:solidFill>
                  <a:schemeClr val="tx1">
                    <a:lumMod val="65000"/>
                    <a:lumOff val="35000"/>
                  </a:schemeClr>
                </a:solidFill>
              </a:rPr>
              <a:t>:</a:t>
            </a:r>
          </a:p>
          <a:p>
            <a:pPr algn="just">
              <a:lnSpc>
                <a:spcPct val="150000"/>
              </a:lnSpc>
              <a:buClr>
                <a:srgbClr val="6AB335"/>
              </a:buClr>
            </a:pPr>
            <a:r>
              <a:rPr lang="es-ES" sz="950" dirty="0">
                <a:solidFill>
                  <a:schemeClr val="tx1">
                    <a:lumMod val="65000"/>
                    <a:lumOff val="35000"/>
                  </a:schemeClr>
                </a:solidFill>
              </a:rPr>
              <a:t>     - </a:t>
            </a:r>
            <a:r>
              <a:rPr lang="es-419" sz="950" dirty="0">
                <a:solidFill>
                  <a:schemeClr val="tx1">
                    <a:lumMod val="65000"/>
                    <a:lumOff val="35000"/>
                  </a:schemeClr>
                </a:solidFill>
              </a:rPr>
              <a:t>Azure plan</a:t>
            </a:r>
            <a:endParaRPr lang="en-US" sz="950" dirty="0">
              <a:solidFill>
                <a:schemeClr val="tx1">
                  <a:lumMod val="65000"/>
                  <a:lumOff val="35000"/>
                </a:schemeClr>
              </a:solidFill>
            </a:endParaRPr>
          </a:p>
          <a:p>
            <a:pPr algn="just">
              <a:lnSpc>
                <a:spcPct val="150000"/>
              </a:lnSpc>
              <a:buClr>
                <a:srgbClr val="6AB335"/>
              </a:buClr>
            </a:pPr>
            <a:endParaRPr lang="es-MX" sz="950" b="1" i="0" dirty="0">
              <a:solidFill>
                <a:schemeClr val="tx1">
                  <a:lumMod val="65000"/>
                  <a:lumOff val="35000"/>
                </a:schemeClr>
              </a:solidFill>
            </a:endParaRPr>
          </a:p>
          <a:p>
            <a:pPr marL="171450" indent="-171450" algn="just">
              <a:lnSpc>
                <a:spcPct val="150000"/>
              </a:lnSpc>
              <a:buClr>
                <a:srgbClr val="6AB335"/>
              </a:buClr>
              <a:buBlip>
                <a:blip r:embed="rId3"/>
              </a:buBlip>
            </a:pPr>
            <a:r>
              <a:rPr lang="es-MX" sz="950" b="1" i="0" dirty="0">
                <a:solidFill>
                  <a:schemeClr val="tx1">
                    <a:lumMod val="65000"/>
                    <a:lumOff val="35000"/>
                  </a:schemeClr>
                </a:solidFill>
              </a:rPr>
              <a:t>Servicios Profesionales</a:t>
            </a:r>
            <a:r>
              <a:rPr lang="es-MX" sz="950" b="0" i="0" dirty="0">
                <a:solidFill>
                  <a:schemeClr val="tx1">
                    <a:lumMod val="65000"/>
                    <a:lumOff val="35000"/>
                  </a:schemeClr>
                </a:solidFill>
              </a:rPr>
              <a:t> para la implementación de la solución.</a:t>
            </a:r>
          </a:p>
          <a:p>
            <a:pPr algn="just">
              <a:lnSpc>
                <a:spcPct val="150000"/>
              </a:lnSpc>
              <a:buClr>
                <a:srgbClr val="6AB335"/>
              </a:buClr>
            </a:pPr>
            <a:endParaRPr lang="es-MX" sz="950" b="0" i="0" dirty="0">
              <a:solidFill>
                <a:schemeClr val="tx1">
                  <a:lumMod val="65000"/>
                  <a:lumOff val="35000"/>
                </a:schemeClr>
              </a:solidFill>
              <a:latin typeface="Arial" charset="0"/>
              <a:cs typeface="Arial" charset="0"/>
            </a:endParaRPr>
          </a:p>
          <a:p>
            <a:pPr marL="171450" indent="-171450" algn="just">
              <a:lnSpc>
                <a:spcPct val="150000"/>
              </a:lnSpc>
              <a:buClr>
                <a:srgbClr val="6AB335"/>
              </a:buClr>
              <a:buBlip>
                <a:blip r:embed="rId3"/>
              </a:buBlip>
            </a:pPr>
            <a:r>
              <a:rPr lang="es-MX" sz="950" b="1" i="0" dirty="0">
                <a:solidFill>
                  <a:schemeClr val="tx1">
                    <a:lumMod val="65000"/>
                    <a:lumOff val="35000"/>
                  </a:schemeClr>
                </a:solidFill>
              </a:rPr>
              <a:t>Documentación. </a:t>
            </a:r>
          </a:p>
          <a:p>
            <a:pPr algn="just">
              <a:lnSpc>
                <a:spcPct val="150000"/>
              </a:lnSpc>
              <a:buClr>
                <a:srgbClr val="6AB335"/>
              </a:buClr>
            </a:pPr>
            <a:r>
              <a:rPr lang="es-MX" sz="950" b="1" dirty="0">
                <a:solidFill>
                  <a:schemeClr val="tx1">
                    <a:lumMod val="65000"/>
                    <a:lumOff val="35000"/>
                  </a:schemeClr>
                </a:solidFill>
              </a:rPr>
              <a:t>     - </a:t>
            </a:r>
            <a:r>
              <a:rPr lang="es-MX" sz="950" i="0" dirty="0">
                <a:solidFill>
                  <a:schemeClr val="tx1">
                    <a:lumMod val="65000"/>
                    <a:lumOff val="35000"/>
                  </a:schemeClr>
                </a:solidFill>
              </a:rPr>
              <a:t>Memoria técnica de la implementación.</a:t>
            </a:r>
          </a:p>
          <a:p>
            <a:pPr algn="just">
              <a:lnSpc>
                <a:spcPct val="150000"/>
              </a:lnSpc>
              <a:buClr>
                <a:srgbClr val="6AB335"/>
              </a:buClr>
            </a:pPr>
            <a:r>
              <a:rPr lang="es-MX" sz="950" i="0" dirty="0">
                <a:solidFill>
                  <a:schemeClr val="tx1">
                    <a:lumMod val="65000"/>
                    <a:lumOff val="35000"/>
                  </a:schemeClr>
                </a:solidFill>
              </a:rPr>
              <a:t>     - Manual de administrador.</a:t>
            </a:r>
          </a:p>
          <a:p>
            <a:pPr algn="just">
              <a:lnSpc>
                <a:spcPct val="150000"/>
              </a:lnSpc>
              <a:buClr>
                <a:srgbClr val="6AB335"/>
              </a:buClr>
            </a:pPr>
            <a:r>
              <a:rPr lang="es-MX" sz="950" dirty="0">
                <a:solidFill>
                  <a:schemeClr val="tx1">
                    <a:lumMod val="65000"/>
                    <a:lumOff val="35000"/>
                  </a:schemeClr>
                </a:solidFill>
              </a:rPr>
              <a:t>     - Procedimiento de activación de DRP.</a:t>
            </a:r>
            <a:endParaRPr lang="es-MX" sz="950" i="0" dirty="0">
              <a:solidFill>
                <a:schemeClr val="tx1">
                  <a:lumMod val="65000"/>
                  <a:lumOff val="35000"/>
                </a:schemeClr>
              </a:solidFill>
            </a:endParaRPr>
          </a:p>
          <a:p>
            <a:pPr marL="171450" indent="-171450" algn="just">
              <a:lnSpc>
                <a:spcPct val="150000"/>
              </a:lnSpc>
              <a:buClr>
                <a:srgbClr val="6AB335"/>
              </a:buClr>
              <a:buBlip>
                <a:blip r:embed="rId3"/>
              </a:buBlip>
            </a:pPr>
            <a:endParaRPr lang="es-MX" sz="950" b="1" dirty="0">
              <a:solidFill>
                <a:schemeClr val="tx1">
                  <a:lumMod val="65000"/>
                  <a:lumOff val="35000"/>
                </a:schemeClr>
              </a:solidFill>
              <a:latin typeface="Arial" charset="0"/>
              <a:cs typeface="Arial" charset="0"/>
            </a:endParaRPr>
          </a:p>
          <a:p>
            <a:pPr marL="171450" indent="-171450" algn="just">
              <a:lnSpc>
                <a:spcPct val="150000"/>
              </a:lnSpc>
              <a:buClr>
                <a:srgbClr val="6AB335"/>
              </a:buClr>
              <a:buBlip>
                <a:blip r:embed="rId3"/>
              </a:buBlip>
            </a:pPr>
            <a:r>
              <a:rPr lang="es-MX" sz="950" b="1" i="0" dirty="0">
                <a:solidFill>
                  <a:schemeClr val="tx1">
                    <a:lumMod val="65000"/>
                    <a:lumOff val="35000"/>
                  </a:schemeClr>
                </a:solidFill>
              </a:rPr>
              <a:t>Transferencia técnica</a:t>
            </a:r>
            <a:r>
              <a:rPr lang="es-MX" sz="950" i="0" dirty="0">
                <a:solidFill>
                  <a:schemeClr val="tx1">
                    <a:lumMod val="65000"/>
                    <a:lumOff val="35000"/>
                  </a:schemeClr>
                </a:solidFill>
              </a:rPr>
              <a:t> </a:t>
            </a:r>
            <a:r>
              <a:rPr lang="es-MX" sz="950" b="0" i="0" dirty="0">
                <a:solidFill>
                  <a:schemeClr val="tx1">
                    <a:lumMod val="65000"/>
                    <a:lumOff val="35000"/>
                  </a:schemeClr>
                </a:solidFill>
              </a:rPr>
              <a:t>de las soluciones implementadas.</a:t>
            </a:r>
          </a:p>
          <a:p>
            <a:pPr algn="just">
              <a:lnSpc>
                <a:spcPct val="150000"/>
              </a:lnSpc>
              <a:buClr>
                <a:srgbClr val="6AB335"/>
              </a:buClr>
            </a:pPr>
            <a:endParaRPr lang="es-MX" sz="950" b="0" i="0" dirty="0">
              <a:solidFill>
                <a:schemeClr val="tx1">
                  <a:lumMod val="65000"/>
                  <a:lumOff val="35000"/>
                </a:schemeClr>
              </a:solidFill>
              <a:latin typeface="Arial" charset="0"/>
              <a:cs typeface="Arial" charset="0"/>
            </a:endParaRPr>
          </a:p>
          <a:p>
            <a:pPr marL="171450" indent="-171450" algn="just">
              <a:lnSpc>
                <a:spcPct val="150000"/>
              </a:lnSpc>
              <a:buClr>
                <a:srgbClr val="6AB335"/>
              </a:buClr>
              <a:buBlip>
                <a:blip r:embed="rId3"/>
              </a:buBlip>
            </a:pPr>
            <a:r>
              <a:rPr lang="es-MX" sz="950" b="1" i="0" dirty="0">
                <a:solidFill>
                  <a:schemeClr val="tx1">
                    <a:lumMod val="65000"/>
                    <a:lumOff val="35000"/>
                  </a:schemeClr>
                </a:solidFill>
              </a:rPr>
              <a:t>Servicio administrado</a:t>
            </a:r>
            <a:r>
              <a:rPr lang="es-MX" sz="950" i="0" dirty="0">
                <a:solidFill>
                  <a:schemeClr val="tx1">
                    <a:lumMod val="65000"/>
                    <a:lumOff val="35000"/>
                  </a:schemeClr>
                </a:solidFill>
              </a:rPr>
              <a:t> </a:t>
            </a:r>
            <a:r>
              <a:rPr lang="es-MX" sz="950" b="0" i="0" dirty="0">
                <a:solidFill>
                  <a:schemeClr val="tx1">
                    <a:lumMod val="65000"/>
                    <a:lumOff val="35000"/>
                  </a:schemeClr>
                </a:solidFill>
              </a:rPr>
              <a:t>sobre las suscripciones de Azure</a:t>
            </a:r>
            <a:r>
              <a:rPr lang="es-MX" sz="950" dirty="0">
                <a:solidFill>
                  <a:schemeClr val="tx1">
                    <a:lumMod val="65000"/>
                    <a:lumOff val="35000"/>
                  </a:schemeClr>
                </a:solidFill>
              </a:rPr>
              <a:t> </a:t>
            </a:r>
            <a:endParaRPr lang="es-MX" sz="950" b="0" i="0" dirty="0">
              <a:solidFill>
                <a:schemeClr val="tx1">
                  <a:lumMod val="65000"/>
                  <a:lumOff val="35000"/>
                </a:schemeClr>
              </a:solidFill>
              <a:latin typeface="Arial" charset="0"/>
              <a:cs typeface="Arial" charset="0"/>
            </a:endParaRPr>
          </a:p>
          <a:p>
            <a:pPr algn="just">
              <a:lnSpc>
                <a:spcPct val="150000"/>
              </a:lnSpc>
              <a:buClr>
                <a:srgbClr val="6AB335"/>
              </a:buClr>
            </a:pPr>
            <a:endParaRPr lang="es-MX" sz="950" b="0" i="0" dirty="0">
              <a:solidFill>
                <a:schemeClr val="tx1">
                  <a:lumMod val="65000"/>
                  <a:lumOff val="35000"/>
                </a:schemeClr>
              </a:solidFill>
              <a:latin typeface="Arial" charset="0"/>
              <a:cs typeface="Arial" charset="0"/>
            </a:endParaRPr>
          </a:p>
          <a:p>
            <a:pPr marL="171450" indent="-171450" algn="just">
              <a:lnSpc>
                <a:spcPct val="150000"/>
              </a:lnSpc>
              <a:buClr>
                <a:srgbClr val="6AB335"/>
              </a:buClr>
              <a:buBlip>
                <a:blip r:embed="rId3"/>
              </a:buBlip>
            </a:pPr>
            <a:r>
              <a:rPr lang="es-MX" sz="950" b="1" i="0" dirty="0">
                <a:solidFill>
                  <a:schemeClr val="tx1">
                    <a:lumMod val="65000"/>
                    <a:lumOff val="35000"/>
                  </a:schemeClr>
                </a:solidFill>
              </a:rPr>
              <a:t>Soporte técnico</a:t>
            </a:r>
            <a:r>
              <a:rPr lang="es-MX" sz="950" i="0" dirty="0">
                <a:solidFill>
                  <a:schemeClr val="tx1">
                    <a:lumMod val="65000"/>
                    <a:lumOff val="35000"/>
                  </a:schemeClr>
                </a:solidFill>
              </a:rPr>
              <a:t> </a:t>
            </a:r>
            <a:r>
              <a:rPr lang="es-MX" sz="950" b="1" i="0" dirty="0">
                <a:solidFill>
                  <a:schemeClr val="accent3"/>
                </a:solidFill>
              </a:rPr>
              <a:t>avanzado</a:t>
            </a:r>
            <a:r>
              <a:rPr lang="es-MX" sz="950" i="0" dirty="0">
                <a:solidFill>
                  <a:schemeClr val="tx1">
                    <a:lumMod val="65000"/>
                    <a:lumOff val="35000"/>
                  </a:schemeClr>
                </a:solidFill>
              </a:rPr>
              <a:t> </a:t>
            </a:r>
            <a:r>
              <a:rPr lang="es-MX" sz="950" b="0" i="0" dirty="0">
                <a:solidFill>
                  <a:schemeClr val="tx1">
                    <a:lumMod val="65000"/>
                    <a:lumOff val="35000"/>
                  </a:schemeClr>
                </a:solidFill>
              </a:rPr>
              <a:t>sobre los servicios que las suscripciones adquiridas con proveedor solución durante la vigencia del contrato</a:t>
            </a:r>
            <a:r>
              <a:rPr lang="es-MX" sz="950" b="0" i="0" dirty="0">
                <a:solidFill>
                  <a:schemeClr val="tx1">
                    <a:lumMod val="65000"/>
                    <a:lumOff val="35000"/>
                  </a:schemeClr>
                </a:solidFill>
                <a:highlight>
                  <a:srgbClr val="FFFF00"/>
                </a:highlight>
              </a:rPr>
              <a:t>.</a:t>
            </a:r>
          </a:p>
        </p:txBody>
      </p:sp>
    </p:spTree>
    <p:extLst>
      <p:ext uri="{BB962C8B-B14F-4D97-AF65-F5344CB8AC3E}">
        <p14:creationId xmlns:p14="http://schemas.microsoft.com/office/powerpoint/2010/main" val="3130874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3" y="278375"/>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dirty="0">
                <a:solidFill>
                  <a:srgbClr val="323232"/>
                </a:solidFill>
                <a:latin typeface="Helvetica" pitchFamily="2" charset="0"/>
                <a:ea typeface="Helvetica Neue"/>
                <a:cs typeface="Helvetica Neue"/>
                <a:sym typeface="Helvetica Neue"/>
              </a:rPr>
              <a:t>SERVICIOS PROFESIONALES</a:t>
            </a:r>
            <a:endParaRPr lang="es-MX" sz="2000" i="0" u="none" strike="noStrike" cap="none" dirty="0">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TextBox 5">
            <a:extLst>
              <a:ext uri="{FF2B5EF4-FFF2-40B4-BE49-F238E27FC236}">
                <a16:creationId xmlns:a16="http://schemas.microsoft.com/office/drawing/2014/main" id="{CB37B12F-5469-2068-ABBF-0D66722A4CC1}"/>
              </a:ext>
            </a:extLst>
          </p:cNvPr>
          <p:cNvSpPr txBox="1"/>
          <p:nvPr/>
        </p:nvSpPr>
        <p:spPr>
          <a:xfrm>
            <a:off x="475203" y="694664"/>
            <a:ext cx="6928574" cy="3526286"/>
          </a:xfrm>
          <a:prstGeom prst="rect">
            <a:avLst/>
          </a:prstGeom>
          <a:noFill/>
        </p:spPr>
        <p:txBody>
          <a:bodyPr wrap="square" lIns="91440" tIns="45720" rIns="91440" bIns="45720" anchor="t">
            <a:spAutoFit/>
          </a:bodyPr>
          <a:lstStyle/>
          <a:p>
            <a:pPr marL="171450" indent="-171450" algn="just">
              <a:lnSpc>
                <a:spcPct val="150000"/>
              </a:lnSpc>
              <a:buClr>
                <a:srgbClr val="6AB335"/>
              </a:buClr>
              <a:buBlip>
                <a:blip r:embed="rId3"/>
              </a:buBlip>
            </a:pPr>
            <a:r>
              <a:rPr lang="es-ES" sz="1000" b="0" i="0" dirty="0" err="1">
                <a:solidFill>
                  <a:schemeClr val="tx1">
                    <a:lumMod val="65000"/>
                    <a:lumOff val="35000"/>
                  </a:schemeClr>
                </a:solidFill>
              </a:rPr>
              <a:t>Assessment</a:t>
            </a:r>
            <a:r>
              <a:rPr lang="es-ES" sz="1000" b="0" i="0" dirty="0">
                <a:solidFill>
                  <a:schemeClr val="tx1">
                    <a:lumMod val="65000"/>
                    <a:lumOff val="35000"/>
                  </a:schemeClr>
                </a:solidFill>
              </a:rPr>
              <a:t> de la infraestructura de red actual y levantamiento de información</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Análisis de la infraestructura</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Planeación:</a:t>
            </a:r>
          </a:p>
          <a:p>
            <a:pPr algn="just">
              <a:lnSpc>
                <a:spcPct val="150000"/>
              </a:lnSpc>
              <a:buClr>
                <a:srgbClr val="6AB335"/>
              </a:buClr>
            </a:pPr>
            <a:r>
              <a:rPr lang="es-ES" sz="1000" b="0" i="0" dirty="0">
                <a:solidFill>
                  <a:schemeClr val="tx1">
                    <a:lumMod val="65000"/>
                    <a:lumOff val="35000"/>
                  </a:schemeClr>
                </a:solidFill>
              </a:rPr>
              <a:t>         - </a:t>
            </a:r>
            <a:r>
              <a:rPr lang="es-ES" sz="1000" b="0" i="0" dirty="0" err="1">
                <a:solidFill>
                  <a:schemeClr val="tx1">
                    <a:lumMod val="65000"/>
                    <a:lumOff val="35000"/>
                  </a:schemeClr>
                </a:solidFill>
              </a:rPr>
              <a:t>Statement</a:t>
            </a:r>
            <a:r>
              <a:rPr lang="es-ES" sz="1000" b="0" i="0" dirty="0">
                <a:solidFill>
                  <a:schemeClr val="tx1">
                    <a:lumMod val="65000"/>
                    <a:lumOff val="35000"/>
                  </a:schemeClr>
                </a:solidFill>
              </a:rPr>
              <a:t> </a:t>
            </a:r>
            <a:r>
              <a:rPr lang="es-ES" sz="1000" b="0" i="0" dirty="0" err="1">
                <a:solidFill>
                  <a:schemeClr val="tx1">
                    <a:lumMod val="65000"/>
                    <a:lumOff val="35000"/>
                  </a:schemeClr>
                </a:solidFill>
              </a:rPr>
              <a:t>Of</a:t>
            </a:r>
            <a:r>
              <a:rPr lang="es-ES" sz="1000" b="0" i="0" dirty="0">
                <a:solidFill>
                  <a:schemeClr val="tx1">
                    <a:lumMod val="65000"/>
                    <a:lumOff val="35000"/>
                  </a:schemeClr>
                </a:solidFill>
              </a:rPr>
              <a:t> </a:t>
            </a:r>
            <a:r>
              <a:rPr lang="es-ES" sz="1000" b="0" i="0" dirty="0" err="1">
                <a:solidFill>
                  <a:schemeClr val="tx1">
                    <a:lumMod val="65000"/>
                    <a:lumOff val="35000"/>
                  </a:schemeClr>
                </a:solidFill>
              </a:rPr>
              <a:t>Work</a:t>
            </a:r>
            <a:r>
              <a:rPr lang="es-ES" sz="1000" b="0" i="0" dirty="0">
                <a:solidFill>
                  <a:schemeClr val="tx1">
                    <a:lumMod val="65000"/>
                    <a:lumOff val="35000"/>
                  </a:schemeClr>
                </a:solidFill>
              </a:rPr>
              <a:t> </a:t>
            </a:r>
          </a:p>
          <a:p>
            <a:pPr algn="just">
              <a:lnSpc>
                <a:spcPct val="150000"/>
              </a:lnSpc>
              <a:buClr>
                <a:srgbClr val="6AB335"/>
              </a:buClr>
            </a:pPr>
            <a:r>
              <a:rPr lang="es-ES" sz="1000" b="0" i="0" dirty="0">
                <a:solidFill>
                  <a:schemeClr val="tx1">
                    <a:lumMod val="65000"/>
                    <a:lumOff val="35000"/>
                  </a:schemeClr>
                </a:solidFill>
              </a:rPr>
              <a:t>         - Matriz de pruebas y de riesgo</a:t>
            </a:r>
          </a:p>
          <a:p>
            <a:pPr algn="just">
              <a:lnSpc>
                <a:spcPct val="150000"/>
              </a:lnSpc>
              <a:buClr>
                <a:srgbClr val="6AB335"/>
              </a:buClr>
            </a:pPr>
            <a:r>
              <a:rPr lang="es-ES" sz="1000" b="0" i="0" dirty="0">
                <a:solidFill>
                  <a:schemeClr val="tx1">
                    <a:lumMod val="65000"/>
                    <a:lumOff val="35000"/>
                  </a:schemeClr>
                </a:solidFill>
              </a:rPr>
              <a:t>         - Planes de marcación, comunicación, plan de liberación, de capacitación y pruebas</a:t>
            </a:r>
          </a:p>
          <a:p>
            <a:pPr algn="just">
              <a:lnSpc>
                <a:spcPct val="150000"/>
              </a:lnSpc>
              <a:buClr>
                <a:srgbClr val="6AB335"/>
              </a:buClr>
            </a:pPr>
            <a:r>
              <a:rPr lang="es-ES" sz="1000" b="0" i="0" dirty="0">
                <a:solidFill>
                  <a:schemeClr val="tx1">
                    <a:lumMod val="65000"/>
                    <a:lumOff val="35000"/>
                  </a:schemeClr>
                </a:solidFill>
              </a:rPr>
              <a:t>         - Documento de requerimientos técnicos</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Creación de nueva suscripción en Azure</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Creación de máquinas virtuales en nueva suscripción de Azure</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Configuración de redes y seguridad en nueva suscripción de Azure</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Configuración VPN Azure</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Configuración VPN Cliente</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Configuración de DRP (Azure Site </a:t>
            </a:r>
            <a:r>
              <a:rPr lang="es-ES" sz="1000" b="0" i="0" dirty="0" err="1">
                <a:solidFill>
                  <a:schemeClr val="tx1">
                    <a:lumMod val="65000"/>
                    <a:lumOff val="35000"/>
                  </a:schemeClr>
                </a:solidFill>
              </a:rPr>
              <a:t>Recovery</a:t>
            </a:r>
            <a:r>
              <a:rPr lang="es-ES" sz="1000" b="0" i="0" dirty="0">
                <a:solidFill>
                  <a:schemeClr val="tx1">
                    <a:lumMod val="65000"/>
                    <a:lumOff val="35000"/>
                  </a:schemeClr>
                </a:solidFill>
              </a:rPr>
              <a:t>)</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Pruebas de funcionalidad de DRP (</a:t>
            </a:r>
            <a:r>
              <a:rPr lang="es-ES" sz="1000" b="0" i="0" dirty="0" err="1">
                <a:solidFill>
                  <a:schemeClr val="tx1">
                    <a:lumMod val="65000"/>
                    <a:lumOff val="35000"/>
                  </a:schemeClr>
                </a:solidFill>
              </a:rPr>
              <a:t>failover</a:t>
            </a:r>
            <a:r>
              <a:rPr lang="es-ES" sz="1000" b="0" i="0" dirty="0">
                <a:solidFill>
                  <a:schemeClr val="tx1">
                    <a:lumMod val="65000"/>
                    <a:lumOff val="35000"/>
                  </a:schemeClr>
                </a:solidFill>
              </a:rPr>
              <a:t>)</a:t>
            </a:r>
          </a:p>
          <a:p>
            <a:pPr marL="171450" indent="-171450" algn="just">
              <a:lnSpc>
                <a:spcPct val="150000"/>
              </a:lnSpc>
              <a:buClr>
                <a:srgbClr val="6AB335"/>
              </a:buClr>
              <a:buBlip>
                <a:blip r:embed="rId3"/>
              </a:buBlip>
            </a:pPr>
            <a:r>
              <a:rPr lang="es-ES" sz="1000" b="0" i="0" dirty="0">
                <a:solidFill>
                  <a:schemeClr val="tx1">
                    <a:lumMod val="65000"/>
                    <a:lumOff val="35000"/>
                  </a:schemeClr>
                </a:solidFill>
              </a:rPr>
              <a:t>Memoria técnica y </a:t>
            </a:r>
            <a:r>
              <a:rPr lang="es-ES" sz="1000" b="0" i="0" dirty="0" err="1">
                <a:solidFill>
                  <a:schemeClr val="tx1">
                    <a:lumMod val="65000"/>
                    <a:lumOff val="35000"/>
                  </a:schemeClr>
                </a:solidFill>
              </a:rPr>
              <a:t>service</a:t>
            </a:r>
            <a:r>
              <a:rPr lang="es-ES" sz="1000" b="0" i="0" dirty="0">
                <a:solidFill>
                  <a:schemeClr val="tx1">
                    <a:lumMod val="65000"/>
                    <a:lumOff val="35000"/>
                  </a:schemeClr>
                </a:solidFill>
              </a:rPr>
              <a:t> descripción</a:t>
            </a:r>
          </a:p>
        </p:txBody>
      </p:sp>
    </p:spTree>
    <p:extLst>
      <p:ext uri="{BB962C8B-B14F-4D97-AF65-F5344CB8AC3E}">
        <p14:creationId xmlns:p14="http://schemas.microsoft.com/office/powerpoint/2010/main" val="208087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83310"/>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REQUERIMIENTOS</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CuadroTexto 6">
            <a:extLst>
              <a:ext uri="{FF2B5EF4-FFF2-40B4-BE49-F238E27FC236}">
                <a16:creationId xmlns:a16="http://schemas.microsoft.com/office/drawing/2014/main" id="{4AD2B97F-FFA1-20E9-94F4-2066D576ACA9}"/>
              </a:ext>
            </a:extLst>
          </p:cNvPr>
          <p:cNvSpPr txBox="1"/>
          <p:nvPr/>
        </p:nvSpPr>
        <p:spPr>
          <a:xfrm>
            <a:off x="362137" y="793418"/>
            <a:ext cx="7538851" cy="3785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1pPr>
            <a:lvl2pPr marL="0" marR="0" indent="321456"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2pPr>
            <a:lvl3pPr marL="0" marR="0" indent="642915"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3pPr>
            <a:lvl4pPr marL="0" marR="0" indent="964372"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4pPr>
            <a:lvl5pPr marL="0" marR="0" indent="1285829"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5pPr>
            <a:lvl6pPr marL="0" marR="0" indent="1607286"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6pPr>
            <a:lvl7pPr marL="0" marR="0" indent="1928743"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7pPr>
            <a:lvl8pPr marL="0" marR="0" indent="2250201"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8pPr>
            <a:lvl9pPr marL="0" marR="0" indent="2571658" algn="l" defTabSz="1828800" rtl="0" fontAlgn="auto" latinLnBrk="0" hangingPunct="0">
              <a:lnSpc>
                <a:spcPct val="100000"/>
              </a:lnSpc>
              <a:spcBef>
                <a:spcPts val="0"/>
              </a:spcBef>
              <a:spcAft>
                <a:spcPts val="0"/>
              </a:spcAft>
              <a:buClrTx/>
              <a:buSzTx/>
              <a:buFontTx/>
              <a:buNone/>
              <a:tabLst/>
              <a:defRPr kumimoji="0" sz="6000" b="1" i="1" u="none" strike="noStrike" cap="none" spc="0" normalizeH="0" baseline="0">
                <a:ln>
                  <a:noFill/>
                </a:ln>
                <a:solidFill>
                  <a:srgbClr val="956801"/>
                </a:solidFill>
                <a:effectLst/>
                <a:uFillTx/>
                <a:latin typeface="+mn-lt"/>
                <a:ea typeface="+mn-ea"/>
                <a:cs typeface="+mn-cs"/>
                <a:sym typeface="Helvetica Neue"/>
              </a:defRPr>
            </a:lvl9pPr>
          </a:lstStyle>
          <a:p>
            <a:pPr marL="171450" indent="-171450" algn="just">
              <a:buBlip>
                <a:blip r:embed="rId3"/>
              </a:buBlip>
            </a:pPr>
            <a:r>
              <a:rPr lang="es-MX" sz="1000" i="0" dirty="0">
                <a:solidFill>
                  <a:schemeClr val="tx1">
                    <a:lumMod val="65000"/>
                    <a:lumOff val="35000"/>
                  </a:schemeClr>
                </a:solidFill>
                <a:latin typeface="Arial" charset="0"/>
                <a:cs typeface="Arial" charset="0"/>
              </a:rPr>
              <a:t>Seguridad</a:t>
            </a:r>
            <a:endParaRPr lang="es-MX" sz="1000" b="0" i="0" dirty="0">
              <a:solidFill>
                <a:schemeClr val="tx1">
                  <a:lumMod val="65000"/>
                  <a:lumOff val="35000"/>
                </a:schemeClr>
              </a:solidFill>
              <a:latin typeface="Arial" charset="0"/>
              <a:cs typeface="Arial" charset="0"/>
            </a:endParaRP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Apertura de puertos, </a:t>
            </a:r>
            <a:r>
              <a:rPr lang="es-ES" sz="1000" b="0" i="0" dirty="0" err="1">
                <a:solidFill>
                  <a:schemeClr val="tx1">
                    <a:lumMod val="65000"/>
                    <a:lumOff val="35000"/>
                  </a:schemeClr>
                </a:solidFill>
                <a:latin typeface="Arial" charset="0"/>
                <a:cs typeface="Arial" charset="0"/>
              </a:rPr>
              <a:t>IPs</a:t>
            </a:r>
            <a:r>
              <a:rPr lang="es-ES" sz="1000" b="0" i="0" dirty="0">
                <a:solidFill>
                  <a:schemeClr val="tx1">
                    <a:lumMod val="65000"/>
                    <a:lumOff val="35000"/>
                  </a:schemeClr>
                </a:solidFill>
                <a:latin typeface="Arial" charset="0"/>
                <a:cs typeface="Arial" charset="0"/>
              </a:rPr>
              <a:t> y </a:t>
            </a:r>
            <a:r>
              <a:rPr lang="es-ES" sz="1000" b="0" i="0" dirty="0" err="1">
                <a:solidFill>
                  <a:schemeClr val="tx1">
                    <a:lumMod val="65000"/>
                    <a:lumOff val="35000"/>
                  </a:schemeClr>
                </a:solidFill>
                <a:latin typeface="Arial" charset="0"/>
                <a:cs typeface="Arial" charset="0"/>
              </a:rPr>
              <a:t>URLs</a:t>
            </a:r>
            <a:r>
              <a:rPr lang="es-ES" sz="1000" b="0" i="0" dirty="0">
                <a:solidFill>
                  <a:schemeClr val="tx1">
                    <a:lumMod val="65000"/>
                    <a:lumOff val="35000"/>
                  </a:schemeClr>
                </a:solidFill>
                <a:latin typeface="Arial" charset="0"/>
                <a:cs typeface="Arial" charset="0"/>
              </a:rPr>
              <a:t> de Azure en el enlace de Internet para acceso a los servicios hospedados en Azure: </a:t>
            </a:r>
            <a:r>
              <a:rPr lang="en-US" sz="1000" b="0" i="0" dirty="0">
                <a:solidFill>
                  <a:schemeClr val="accent2"/>
                </a:solidFill>
                <a:hlinkClick r:id="rId4">
                  <a:extLst>
                    <a:ext uri="{A12FA001-AC4F-418D-AE19-62706E023703}">
                      <ahyp:hlinkClr xmlns:ahyp="http://schemas.microsoft.com/office/drawing/2018/hyperlinkcolor" val="tx"/>
                    </a:ext>
                  </a:extLst>
                </a:hlinkClick>
              </a:rPr>
              <a:t>About networking in Azure VM disaster recovery with Azure Site Recovery - Azure Site Recovery | Microsoft Docs</a:t>
            </a:r>
            <a:endParaRPr lang="es-ES" sz="1000" b="0" i="0" dirty="0">
              <a:solidFill>
                <a:schemeClr val="accent2"/>
              </a:solidFill>
              <a:latin typeface="Arial" charset="0"/>
              <a:cs typeface="Arial" charset="0"/>
            </a:endParaRP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Proveer del ancho de banda en los enlaces de Internet en las siguientes etapas:</a:t>
            </a:r>
          </a:p>
          <a:p>
            <a:pPr marL="228600" lvl="1" indent="0" algn="just"/>
            <a:r>
              <a:rPr lang="es-ES" sz="1000" b="0" i="0" dirty="0">
                <a:solidFill>
                  <a:schemeClr val="tx1">
                    <a:lumMod val="65000"/>
                    <a:lumOff val="35000"/>
                  </a:schemeClr>
                </a:solidFill>
                <a:latin typeface="Arial" charset="0"/>
                <a:cs typeface="Arial" charset="0"/>
              </a:rPr>
              <a:t>       -  Durante el proceso de replicación inicial de las máquinas virtuales a Azure</a:t>
            </a:r>
          </a:p>
          <a:p>
            <a:pPr marL="228600" lvl="1" indent="0" algn="just"/>
            <a:r>
              <a:rPr lang="es-ES" sz="1000" b="0" i="0" dirty="0">
                <a:solidFill>
                  <a:schemeClr val="tx1">
                    <a:lumMod val="65000"/>
                    <a:lumOff val="35000"/>
                  </a:schemeClr>
                </a:solidFill>
                <a:latin typeface="Arial" charset="0"/>
                <a:cs typeface="Arial" charset="0"/>
              </a:rPr>
              <a:t>       -  De manera permanente para el consumo de los servicios y/o aplicaciones publicadas en Azure</a:t>
            </a:r>
          </a:p>
          <a:p>
            <a:pPr marL="228600" lvl="1" indent="0" algn="just"/>
            <a:r>
              <a:rPr lang="es-ES" sz="1000" b="0" i="0" dirty="0">
                <a:solidFill>
                  <a:schemeClr val="tx1">
                    <a:lumMod val="65000"/>
                    <a:lumOff val="35000"/>
                  </a:schemeClr>
                </a:solidFill>
                <a:latin typeface="Arial" charset="0"/>
                <a:cs typeface="Arial" charset="0"/>
              </a:rPr>
              <a:t>       - Configuración de la VPN en el Firewall de CLIENTE para la recuperación del servicio en la infraestructura de CLIENTE (</a:t>
            </a:r>
            <a:r>
              <a:rPr lang="es-ES" sz="1000" b="0" i="0" dirty="0" err="1">
                <a:solidFill>
                  <a:schemeClr val="tx1">
                    <a:lumMod val="65000"/>
                    <a:lumOff val="35000"/>
                  </a:schemeClr>
                </a:solidFill>
                <a:latin typeface="Arial" charset="0"/>
                <a:cs typeface="Arial" charset="0"/>
              </a:rPr>
              <a:t>failback</a:t>
            </a:r>
            <a:r>
              <a:rPr lang="es-ES" sz="1000" b="0" i="0" dirty="0">
                <a:solidFill>
                  <a:schemeClr val="tx1">
                    <a:lumMod val="65000"/>
                    <a:lumOff val="35000"/>
                  </a:schemeClr>
                </a:solidFill>
                <a:latin typeface="Arial" charset="0"/>
                <a:cs typeface="Arial" charset="0"/>
              </a:rPr>
              <a:t>) después de concluirse una contingencia.</a:t>
            </a:r>
            <a:endParaRPr lang="es-MX" sz="1000" b="0" i="0" dirty="0">
              <a:solidFill>
                <a:schemeClr val="tx1">
                  <a:lumMod val="65000"/>
                  <a:lumOff val="35000"/>
                </a:schemeClr>
              </a:solidFill>
              <a:latin typeface="Arial" charset="0"/>
              <a:cs typeface="Arial" charset="0"/>
            </a:endParaRPr>
          </a:p>
          <a:p>
            <a:pPr algn="just"/>
            <a:endParaRPr lang="es-MX" sz="1000" b="0" i="0" dirty="0">
              <a:solidFill>
                <a:schemeClr val="tx1">
                  <a:lumMod val="65000"/>
                  <a:lumOff val="35000"/>
                </a:schemeClr>
              </a:solidFill>
              <a:latin typeface="Arial" charset="0"/>
              <a:cs typeface="Arial" charset="0"/>
            </a:endParaRPr>
          </a:p>
          <a:p>
            <a:pPr marL="171450" indent="-171450" algn="just">
              <a:buBlip>
                <a:blip r:embed="rId3"/>
              </a:buBlip>
            </a:pPr>
            <a:r>
              <a:rPr lang="es-MX" sz="1000" i="0" dirty="0">
                <a:solidFill>
                  <a:schemeClr val="tx1">
                    <a:lumMod val="65000"/>
                    <a:lumOff val="35000"/>
                  </a:schemeClr>
                </a:solidFill>
                <a:latin typeface="Arial" charset="0"/>
                <a:cs typeface="Arial" charset="0"/>
              </a:rPr>
              <a:t>DNS</a:t>
            </a: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Configuración de DNS externos a las </a:t>
            </a:r>
            <a:r>
              <a:rPr lang="es-ES" sz="1000" b="0" i="0" dirty="0" err="1">
                <a:solidFill>
                  <a:schemeClr val="tx1">
                    <a:lumMod val="65000"/>
                    <a:lumOff val="35000"/>
                  </a:schemeClr>
                </a:solidFill>
                <a:latin typeface="Arial" charset="0"/>
                <a:cs typeface="Arial" charset="0"/>
              </a:rPr>
              <a:t>IPs</a:t>
            </a:r>
            <a:r>
              <a:rPr lang="es-ES" sz="1000" b="0" i="0" dirty="0">
                <a:solidFill>
                  <a:schemeClr val="tx1">
                    <a:lumMod val="65000"/>
                    <a:lumOff val="35000"/>
                  </a:schemeClr>
                </a:solidFill>
                <a:latin typeface="Arial" charset="0"/>
                <a:cs typeface="Arial" charset="0"/>
              </a:rPr>
              <a:t> públicas de Azure en donde se encuentren publicados los servicios y/o aplicaciones.</a:t>
            </a:r>
            <a:endParaRPr lang="es-MX" sz="1000" b="0" i="0" dirty="0">
              <a:solidFill>
                <a:schemeClr val="tx1">
                  <a:lumMod val="65000"/>
                  <a:lumOff val="35000"/>
                </a:schemeClr>
              </a:solidFill>
              <a:latin typeface="Arial" charset="0"/>
              <a:cs typeface="Arial" charset="0"/>
            </a:endParaRPr>
          </a:p>
          <a:p>
            <a:pPr algn="just"/>
            <a:endParaRPr lang="es-MX" sz="1000" b="0" i="0" dirty="0">
              <a:solidFill>
                <a:schemeClr val="tx1">
                  <a:lumMod val="65000"/>
                  <a:lumOff val="35000"/>
                </a:schemeClr>
              </a:solidFill>
              <a:latin typeface="Arial" charset="0"/>
              <a:cs typeface="Arial" charset="0"/>
            </a:endParaRPr>
          </a:p>
          <a:p>
            <a:pPr marL="171450" indent="-171450" algn="just">
              <a:buBlip>
                <a:blip r:embed="rId3"/>
              </a:buBlip>
            </a:pPr>
            <a:r>
              <a:rPr lang="es-MX" sz="1000" i="0" dirty="0">
                <a:solidFill>
                  <a:schemeClr val="tx1">
                    <a:lumMod val="65000"/>
                    <a:lumOff val="35000"/>
                  </a:schemeClr>
                </a:solidFill>
                <a:latin typeface="Arial" charset="0"/>
                <a:cs typeface="Arial" charset="0"/>
              </a:rPr>
              <a:t>Azure</a:t>
            </a: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Los servidores </a:t>
            </a:r>
            <a:r>
              <a:rPr lang="es-ES" sz="1000" b="0" i="0" dirty="0" err="1">
                <a:solidFill>
                  <a:schemeClr val="tx1">
                    <a:lumMod val="65000"/>
                    <a:lumOff val="35000"/>
                  </a:schemeClr>
                </a:solidFill>
                <a:latin typeface="Arial" charset="0"/>
                <a:cs typeface="Arial" charset="0"/>
              </a:rPr>
              <a:t>On</a:t>
            </a:r>
            <a:r>
              <a:rPr lang="es-ES" sz="1000" b="0" i="0" dirty="0">
                <a:solidFill>
                  <a:schemeClr val="tx1">
                    <a:lumMod val="65000"/>
                    <a:lumOff val="35000"/>
                  </a:schemeClr>
                </a:solidFill>
                <a:latin typeface="Arial" charset="0"/>
                <a:cs typeface="Arial" charset="0"/>
              </a:rPr>
              <a:t>-Premises deberán contar con las versiones de Software soportados en Azure tanto de Sistema Operativo como de aplicaciones: </a:t>
            </a:r>
            <a:r>
              <a:rPr lang="en-US" sz="1000" b="0" i="0" dirty="0">
                <a:solidFill>
                  <a:schemeClr val="accent2"/>
                </a:solidFill>
                <a:hlinkClick r:id="rId5">
                  <a:extLst>
                    <a:ext uri="{A12FA001-AC4F-418D-AE19-62706E023703}">
                      <ahyp:hlinkClr xmlns:ahyp="http://schemas.microsoft.com/office/drawing/2018/hyperlinkcolor" val="tx"/>
                    </a:ext>
                  </a:extLst>
                </a:hlinkClick>
              </a:rPr>
              <a:t>About disaster recovery for on-premises apps with Azure Site Recovery - Azure Site Recovery | Microsoft Docs</a:t>
            </a:r>
            <a:endParaRPr lang="en-US" sz="1000" b="0" i="0" dirty="0">
              <a:solidFill>
                <a:schemeClr val="accent2"/>
              </a:solidFill>
            </a:endParaRPr>
          </a:p>
          <a:p>
            <a:pPr marL="458788" lvl="1" indent="-230188" algn="just">
              <a:buFont typeface="+mj-lt"/>
              <a:buAutoNum type="arabicPeriod"/>
            </a:pPr>
            <a:endParaRPr lang="es-ES" sz="1000" b="0" i="0" dirty="0">
              <a:solidFill>
                <a:schemeClr val="tx1">
                  <a:lumMod val="65000"/>
                  <a:lumOff val="35000"/>
                </a:schemeClr>
              </a:solidFill>
              <a:latin typeface="Arial" charset="0"/>
              <a:cs typeface="Arial" charset="0"/>
            </a:endParaRPr>
          </a:p>
          <a:p>
            <a:pPr algn="just"/>
            <a:endParaRPr lang="es-MX" sz="1000" b="0" i="0" dirty="0">
              <a:solidFill>
                <a:schemeClr val="tx1">
                  <a:lumMod val="65000"/>
                  <a:lumOff val="35000"/>
                </a:schemeClr>
              </a:solidFill>
              <a:latin typeface="Arial" charset="0"/>
              <a:cs typeface="Arial" charset="0"/>
            </a:endParaRPr>
          </a:p>
          <a:p>
            <a:pPr marL="171450" indent="-171450" algn="just">
              <a:buBlip>
                <a:blip r:embed="rId3"/>
              </a:buBlip>
            </a:pPr>
            <a:r>
              <a:rPr lang="es-MX" sz="1000" i="0" dirty="0">
                <a:solidFill>
                  <a:schemeClr val="tx1">
                    <a:lumMod val="65000"/>
                    <a:lumOff val="35000"/>
                  </a:schemeClr>
                </a:solidFill>
                <a:latin typeface="Arial" charset="0"/>
                <a:cs typeface="Arial" charset="0"/>
              </a:rPr>
              <a:t>Red e infraestructura</a:t>
            </a: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Proveer un servidor físico o virtual para la instalación del rol de </a:t>
            </a:r>
            <a:r>
              <a:rPr lang="es-ES" sz="1000" b="0" i="0" dirty="0" err="1">
                <a:solidFill>
                  <a:schemeClr val="tx1">
                    <a:lumMod val="65000"/>
                    <a:lumOff val="35000"/>
                  </a:schemeClr>
                </a:solidFill>
                <a:latin typeface="Arial" charset="0"/>
                <a:cs typeface="Arial" charset="0"/>
              </a:rPr>
              <a:t>Configuration</a:t>
            </a:r>
            <a:r>
              <a:rPr lang="es-ES" sz="1000" b="0" i="0" dirty="0">
                <a:solidFill>
                  <a:schemeClr val="tx1">
                    <a:lumMod val="65000"/>
                    <a:lumOff val="35000"/>
                  </a:schemeClr>
                </a:solidFill>
                <a:latin typeface="Arial" charset="0"/>
                <a:cs typeface="Arial" charset="0"/>
              </a:rPr>
              <a:t> and </a:t>
            </a:r>
            <a:r>
              <a:rPr lang="es-ES" sz="1000" b="0" i="0" dirty="0" err="1">
                <a:solidFill>
                  <a:schemeClr val="tx1">
                    <a:lumMod val="65000"/>
                    <a:lumOff val="35000"/>
                  </a:schemeClr>
                </a:solidFill>
                <a:latin typeface="Arial" charset="0"/>
                <a:cs typeface="Arial" charset="0"/>
              </a:rPr>
              <a:t>Process</a:t>
            </a:r>
            <a:r>
              <a:rPr lang="es-ES" sz="1000" b="0" i="0" dirty="0">
                <a:solidFill>
                  <a:schemeClr val="tx1">
                    <a:lumMod val="65000"/>
                    <a:lumOff val="35000"/>
                  </a:schemeClr>
                </a:solidFill>
                <a:latin typeface="Arial" charset="0"/>
                <a:cs typeface="Arial" charset="0"/>
              </a:rPr>
              <a:t> Server.</a:t>
            </a: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Proveer un equipo soportado para la creación de un a VPN con Azure: </a:t>
            </a:r>
            <a:r>
              <a:rPr lang="en-US" sz="1000" b="0" i="0" dirty="0">
                <a:solidFill>
                  <a:schemeClr val="accent2"/>
                </a:solidFill>
                <a:hlinkClick r:id="rId6">
                  <a:extLst>
                    <a:ext uri="{A12FA001-AC4F-418D-AE19-62706E023703}">
                      <ahyp:hlinkClr xmlns:ahyp="http://schemas.microsoft.com/office/drawing/2018/hyperlinkcolor" val="tx"/>
                    </a:ext>
                  </a:extLst>
                </a:hlinkClick>
              </a:rPr>
              <a:t>Azure VPN Gateway: About VPN devices for connections | Microsoft Docs</a:t>
            </a:r>
            <a:endParaRPr lang="es-ES" sz="1000" b="0" i="0" dirty="0">
              <a:solidFill>
                <a:schemeClr val="accent2"/>
              </a:solidFill>
              <a:latin typeface="Arial" charset="0"/>
              <a:cs typeface="Arial" charset="0"/>
            </a:endParaRPr>
          </a:p>
          <a:p>
            <a:pPr marL="458788" lvl="1" indent="-230188" algn="just">
              <a:buFont typeface="+mj-lt"/>
              <a:buAutoNum type="arabicPeriod"/>
            </a:pPr>
            <a:r>
              <a:rPr lang="es-ES" sz="1000" b="0" i="0" dirty="0">
                <a:solidFill>
                  <a:schemeClr val="tx1">
                    <a:lumMod val="65000"/>
                    <a:lumOff val="35000"/>
                  </a:schemeClr>
                </a:solidFill>
                <a:latin typeface="Arial" charset="0"/>
                <a:cs typeface="Arial" charset="0"/>
              </a:rPr>
              <a:t>Cumplir con el ancho de banda especificado por proveedor para la operación de la solución.</a:t>
            </a:r>
          </a:p>
        </p:txBody>
      </p:sp>
      <p:sp>
        <p:nvSpPr>
          <p:cNvPr id="2" name="Rectangle 40">
            <a:extLst>
              <a:ext uri="{FF2B5EF4-FFF2-40B4-BE49-F238E27FC236}">
                <a16:creationId xmlns:a16="http://schemas.microsoft.com/office/drawing/2014/main" id="{8CFB2256-CE4E-29DB-B594-98E420E209AE}"/>
              </a:ext>
            </a:extLst>
          </p:cNvPr>
          <p:cNvSpPr/>
          <p:nvPr/>
        </p:nvSpPr>
        <p:spPr>
          <a:xfrm>
            <a:off x="8010525" y="0"/>
            <a:ext cx="1133475" cy="5143500"/>
          </a:xfrm>
          <a:prstGeom prst="rect">
            <a:avLst/>
          </a:prstGeom>
          <a:solidFill>
            <a:srgbClr val="A6AAA9"/>
          </a:solidFill>
          <a:ln w="12700">
            <a:miter lim="400000"/>
          </a:ln>
        </p:spPr>
        <p:txBody>
          <a:bodyPr lIns="45719" rIns="45719" anchor="ctr"/>
          <a:lstStyle/>
          <a:p>
            <a:pPr algn="ctr" defTabSz="1828433">
              <a:defRPr sz="3600" b="0" i="0">
                <a:solidFill>
                  <a:srgbClr val="FFFFFF"/>
                </a:solidFill>
                <a:latin typeface="Helvetica"/>
                <a:ea typeface="Helvetica"/>
                <a:cs typeface="Helvetica"/>
                <a:sym typeface="Helvetica"/>
              </a:defRPr>
            </a:pPr>
            <a:endParaRPr/>
          </a:p>
        </p:txBody>
      </p:sp>
      <p:sp>
        <p:nvSpPr>
          <p:cNvPr id="3" name="Shape 2539">
            <a:extLst>
              <a:ext uri="{FF2B5EF4-FFF2-40B4-BE49-F238E27FC236}">
                <a16:creationId xmlns:a16="http://schemas.microsoft.com/office/drawing/2014/main" id="{8AFBE199-6899-4FED-F3B9-73C1FA663B27}"/>
              </a:ext>
            </a:extLst>
          </p:cNvPr>
          <p:cNvSpPr/>
          <p:nvPr/>
        </p:nvSpPr>
        <p:spPr>
          <a:xfrm>
            <a:off x="8405188" y="895349"/>
            <a:ext cx="468311" cy="353787"/>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rgbClr val="FFFFFF"/>
          </a:solidFill>
          <a:ln w="12700">
            <a:miter lim="400000"/>
          </a:ln>
        </p:spPr>
        <p:txBody>
          <a:bodyPr lIns="45719" rIns="45719" anchor="ctr"/>
          <a:lstStyle/>
          <a:p>
            <a:pPr defTabSz="457062">
              <a:defRPr sz="2900" b="0" i="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pic>
        <p:nvPicPr>
          <p:cNvPr id="4" name="Image" descr="Image">
            <a:extLst>
              <a:ext uri="{FF2B5EF4-FFF2-40B4-BE49-F238E27FC236}">
                <a16:creationId xmlns:a16="http://schemas.microsoft.com/office/drawing/2014/main" id="{AC3D029F-851E-08B5-1D3E-472E76ADBB41}"/>
              </a:ext>
            </a:extLst>
          </p:cNvPr>
          <p:cNvPicPr>
            <a:picLocks noChangeAspect="1"/>
          </p:cNvPicPr>
          <p:nvPr/>
        </p:nvPicPr>
        <p:blipFill>
          <a:blip r:embed="rId7"/>
          <a:stretch>
            <a:fillRect/>
          </a:stretch>
        </p:blipFill>
        <p:spPr>
          <a:xfrm>
            <a:off x="8094205" y="4652659"/>
            <a:ext cx="865754" cy="353787"/>
          </a:xfrm>
          <a:prstGeom prst="rect">
            <a:avLst/>
          </a:prstGeom>
          <a:ln w="12700">
            <a:miter lim="400000"/>
          </a:ln>
        </p:spPr>
      </p:pic>
    </p:spTree>
    <p:extLst>
      <p:ext uri="{BB962C8B-B14F-4D97-AF65-F5344CB8AC3E}">
        <p14:creationId xmlns:p14="http://schemas.microsoft.com/office/powerpoint/2010/main" val="936055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93427"/>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ACCIONABLES DEL CLIENTE</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6">
            <a:extLst>
              <a:ext uri="{FF2B5EF4-FFF2-40B4-BE49-F238E27FC236}">
                <a16:creationId xmlns:a16="http://schemas.microsoft.com/office/drawing/2014/main" id="{D9ED986B-74A9-1FE9-3177-D7477E388ED5}"/>
              </a:ext>
            </a:extLst>
          </p:cNvPr>
          <p:cNvSpPr txBox="1"/>
          <p:nvPr/>
        </p:nvSpPr>
        <p:spPr>
          <a:xfrm>
            <a:off x="342260" y="933810"/>
            <a:ext cx="8116882" cy="3785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gn="just">
              <a:buBlip>
                <a:blip r:embed="rId3"/>
              </a:buBlip>
            </a:pPr>
            <a:r>
              <a:rPr lang="es-MX" sz="1200" b="1" i="0" dirty="0">
                <a:solidFill>
                  <a:schemeClr val="tx1">
                    <a:lumMod val="65000"/>
                    <a:lumOff val="35000"/>
                  </a:schemeClr>
                </a:solidFill>
                <a:latin typeface="Arial" charset="0"/>
                <a:cs typeface="Arial" charset="0"/>
              </a:rPr>
              <a:t>Control de cambios</a:t>
            </a:r>
            <a:r>
              <a:rPr lang="es-MX" sz="1200" i="0" dirty="0">
                <a:solidFill>
                  <a:schemeClr val="tx1">
                    <a:lumMod val="65000"/>
                    <a:lumOff val="35000"/>
                  </a:schemeClr>
                </a:solidFill>
                <a:latin typeface="Arial" charset="0"/>
                <a:cs typeface="Arial" charset="0"/>
              </a:rPr>
              <a:t>, </a:t>
            </a:r>
            <a:r>
              <a:rPr lang="es-MX" sz="1200" b="0" i="0" dirty="0">
                <a:solidFill>
                  <a:schemeClr val="tx1">
                    <a:lumMod val="65000"/>
                    <a:lumOff val="35000"/>
                  </a:schemeClr>
                </a:solidFill>
                <a:latin typeface="Arial" charset="0"/>
                <a:cs typeface="Arial" charset="0"/>
              </a:rPr>
              <a:t>si existen desviaciones en cuanto a los entregables descritos en la presente propuesta técnica con respecto a los originalmente planteados, deberá notificarse de forma inmediata al responsable del proyecto. Estos cambios de alcance pueden significar cambios en la parte económica de la propuesta.</a:t>
            </a:r>
          </a:p>
          <a:p>
            <a:pPr algn="just"/>
            <a:endParaRPr lang="es-MX" sz="1200" b="0" i="0" dirty="0">
              <a:solidFill>
                <a:schemeClr val="tx1">
                  <a:lumMod val="65000"/>
                  <a:lumOff val="35000"/>
                </a:schemeClr>
              </a:solidFill>
              <a:latin typeface="Arial" charset="0"/>
              <a:cs typeface="Arial" charset="0"/>
            </a:endParaRPr>
          </a:p>
          <a:p>
            <a:pPr algn="just"/>
            <a:endParaRPr lang="es-MX" sz="1200" b="0" i="0" dirty="0">
              <a:solidFill>
                <a:schemeClr val="tx1">
                  <a:lumMod val="65000"/>
                  <a:lumOff val="35000"/>
                </a:schemeClr>
              </a:solidFill>
              <a:latin typeface="Arial" charset="0"/>
              <a:cs typeface="Arial" charset="0"/>
            </a:endParaRPr>
          </a:p>
          <a:p>
            <a:pPr marL="171450" indent="-171450" algn="just">
              <a:buBlip>
                <a:blip r:embed="rId3"/>
              </a:buBlip>
            </a:pPr>
            <a:r>
              <a:rPr lang="es-MX" sz="1200" b="1" i="0" dirty="0">
                <a:solidFill>
                  <a:schemeClr val="tx1">
                    <a:lumMod val="65000"/>
                    <a:lumOff val="35000"/>
                  </a:schemeClr>
                </a:solidFill>
                <a:latin typeface="Arial" charset="0"/>
                <a:cs typeface="Arial" charset="0"/>
              </a:rPr>
              <a:t>Accesos</a:t>
            </a:r>
            <a:r>
              <a:rPr lang="es-MX" sz="1200" i="0" dirty="0">
                <a:solidFill>
                  <a:schemeClr val="tx1">
                    <a:lumMod val="65000"/>
                    <a:lumOff val="35000"/>
                  </a:schemeClr>
                </a:solidFill>
                <a:latin typeface="Arial" charset="0"/>
                <a:cs typeface="Arial" charset="0"/>
              </a:rPr>
              <a:t>, </a:t>
            </a:r>
            <a:r>
              <a:rPr lang="es-MX" sz="1200" b="0" i="0" dirty="0">
                <a:solidFill>
                  <a:schemeClr val="tx1">
                    <a:lumMod val="65000"/>
                    <a:lumOff val="35000"/>
                  </a:schemeClr>
                </a:solidFill>
                <a:latin typeface="Arial" charset="0"/>
                <a:cs typeface="Arial" charset="0"/>
              </a:rPr>
              <a:t>se deberán proveer las cuentas que serán solicitadas para acceder a la configuración del </a:t>
            </a:r>
            <a:r>
              <a:rPr lang="es-MX" sz="1200" b="0" i="0" dirty="0" err="1">
                <a:solidFill>
                  <a:schemeClr val="tx1">
                    <a:lumMod val="65000"/>
                    <a:lumOff val="35000"/>
                  </a:schemeClr>
                </a:solidFill>
                <a:latin typeface="Arial" charset="0"/>
                <a:cs typeface="Arial" charset="0"/>
              </a:rPr>
              <a:t>tenant</a:t>
            </a:r>
            <a:r>
              <a:rPr lang="es-MX" sz="1200" b="0" i="0" dirty="0">
                <a:solidFill>
                  <a:schemeClr val="tx1">
                    <a:lumMod val="65000"/>
                    <a:lumOff val="35000"/>
                  </a:schemeClr>
                </a:solidFill>
                <a:latin typeface="Arial" charset="0"/>
                <a:cs typeface="Arial" charset="0"/>
              </a:rPr>
              <a:t>, cuentas de servicio y cuentas de pruebas</a:t>
            </a:r>
            <a:r>
              <a:rPr lang="es-MX" sz="1200" b="0" i="0" dirty="0">
                <a:solidFill>
                  <a:schemeClr val="tx1">
                    <a:lumMod val="65000"/>
                    <a:lumOff val="35000"/>
                  </a:schemeClr>
                </a:solidFill>
                <a:latin typeface="Arial" panose="020B0604020202020204" pitchFamily="34" charset="0"/>
                <a:cs typeface="Arial" panose="020B0604020202020204" pitchFamily="34" charset="0"/>
              </a:rPr>
              <a:t>.</a:t>
            </a:r>
          </a:p>
          <a:p>
            <a:pPr marL="171450" indent="-171450" algn="just">
              <a:buBlip>
                <a:blip r:embed="rId3"/>
              </a:buBlip>
            </a:pPr>
            <a:endParaRPr lang="es-MX" sz="1200" dirty="0">
              <a:solidFill>
                <a:schemeClr val="tx1">
                  <a:lumMod val="65000"/>
                  <a:lumOff val="35000"/>
                </a:schemeClr>
              </a:solidFill>
              <a:latin typeface="Arial" panose="020B0604020202020204" pitchFamily="34" charset="0"/>
              <a:cs typeface="Arial" panose="020B0604020202020204" pitchFamily="34" charset="0"/>
            </a:endParaRPr>
          </a:p>
          <a:p>
            <a:pPr marL="171450" indent="-171450" algn="just">
              <a:buBlip>
                <a:blip r:embed="rId3"/>
              </a:buBlip>
            </a:pPr>
            <a:endParaRPr lang="es-MX" sz="1200" dirty="0">
              <a:solidFill>
                <a:schemeClr val="tx1">
                  <a:lumMod val="65000"/>
                  <a:lumOff val="35000"/>
                </a:schemeClr>
              </a:solidFill>
              <a:latin typeface="Arial" panose="020B0604020202020204" pitchFamily="34" charset="0"/>
              <a:cs typeface="Arial" panose="020B0604020202020204" pitchFamily="34" charset="0"/>
            </a:endParaRPr>
          </a:p>
          <a:p>
            <a:pPr marL="171450" indent="-171450" algn="just">
              <a:buBlip>
                <a:blip r:embed="rId3"/>
              </a:buBlip>
            </a:pPr>
            <a:r>
              <a:rPr lang="es-MX" sz="1200" b="1" i="0" dirty="0">
                <a:solidFill>
                  <a:schemeClr val="tx1">
                    <a:lumMod val="65000"/>
                    <a:lumOff val="35000"/>
                  </a:schemeClr>
                </a:solidFill>
                <a:latin typeface="Arial" charset="0"/>
                <a:cs typeface="Arial" charset="0"/>
              </a:rPr>
              <a:t>Requerimientos</a:t>
            </a:r>
            <a:r>
              <a:rPr lang="es-MX" sz="1200" i="0" dirty="0">
                <a:solidFill>
                  <a:schemeClr val="tx1">
                    <a:lumMod val="65000"/>
                    <a:lumOff val="35000"/>
                  </a:schemeClr>
                </a:solidFill>
                <a:latin typeface="Arial" charset="0"/>
                <a:cs typeface="Arial" charset="0"/>
              </a:rPr>
              <a:t>, </a:t>
            </a:r>
            <a:r>
              <a:rPr lang="es-MX" sz="1200" b="0" i="0" dirty="0">
                <a:solidFill>
                  <a:schemeClr val="tx1">
                    <a:lumMod val="65000"/>
                    <a:lumOff val="35000"/>
                  </a:schemeClr>
                </a:solidFill>
                <a:latin typeface="Arial" charset="0"/>
                <a:cs typeface="Arial" charset="0"/>
              </a:rPr>
              <a:t>cumplir con los requerimientos que serán entregados por proveedor y detallados en un documento especial para este fin.</a:t>
            </a:r>
          </a:p>
          <a:p>
            <a:pPr algn="just"/>
            <a:endParaRPr lang="es-MX" sz="1200" b="0" i="0" dirty="0">
              <a:solidFill>
                <a:schemeClr val="tx1">
                  <a:lumMod val="65000"/>
                  <a:lumOff val="35000"/>
                </a:schemeClr>
              </a:solidFill>
              <a:latin typeface="Arial" charset="0"/>
              <a:cs typeface="Arial" charset="0"/>
            </a:endParaRPr>
          </a:p>
          <a:p>
            <a:pPr algn="just"/>
            <a:endParaRPr lang="es-MX" sz="1200" b="0" i="0" dirty="0">
              <a:solidFill>
                <a:schemeClr val="tx1">
                  <a:lumMod val="65000"/>
                  <a:lumOff val="35000"/>
                </a:schemeClr>
              </a:solidFill>
              <a:latin typeface="Arial" charset="0"/>
              <a:cs typeface="Arial" charset="0"/>
            </a:endParaRPr>
          </a:p>
          <a:p>
            <a:pPr marL="171450" indent="-171450" algn="just">
              <a:buBlip>
                <a:blip r:embed="rId3"/>
              </a:buBlip>
            </a:pPr>
            <a:r>
              <a:rPr lang="es-MX" sz="1200" b="1" i="0" dirty="0">
                <a:solidFill>
                  <a:schemeClr val="tx1">
                    <a:lumMod val="65000"/>
                    <a:lumOff val="35000"/>
                  </a:schemeClr>
                </a:solidFill>
                <a:latin typeface="Arial" charset="0"/>
                <a:cs typeface="Arial" charset="0"/>
              </a:rPr>
              <a:t>Información</a:t>
            </a:r>
            <a:r>
              <a:rPr lang="es-MX" sz="1200" b="0" i="0" dirty="0">
                <a:solidFill>
                  <a:schemeClr val="tx1">
                    <a:lumMod val="65000"/>
                    <a:lumOff val="35000"/>
                  </a:schemeClr>
                </a:solidFill>
                <a:latin typeface="Arial" charset="0"/>
                <a:cs typeface="Arial" charset="0"/>
              </a:rPr>
              <a:t>, el Cliente deberá proveer la información que sea solicitada por proveedor durante la fase de planeación.</a:t>
            </a:r>
          </a:p>
          <a:p>
            <a:pPr marL="171450" indent="-171450" algn="just">
              <a:buBlip>
                <a:blip r:embed="rId3"/>
              </a:buBlip>
            </a:pPr>
            <a:endParaRPr lang="es-MX" sz="1200" b="1" i="0" dirty="0">
              <a:solidFill>
                <a:schemeClr val="tx1">
                  <a:lumMod val="65000"/>
                  <a:lumOff val="35000"/>
                </a:schemeClr>
              </a:solidFill>
              <a:latin typeface="Arial" charset="0"/>
              <a:cs typeface="Arial" charset="0"/>
            </a:endParaRPr>
          </a:p>
          <a:p>
            <a:pPr marL="171450" indent="-171450" algn="just">
              <a:buBlip>
                <a:blip r:embed="rId3"/>
              </a:buBlip>
            </a:pPr>
            <a:endParaRPr lang="es-MX" sz="1200" b="1" i="0" dirty="0">
              <a:solidFill>
                <a:schemeClr val="tx1">
                  <a:lumMod val="65000"/>
                  <a:lumOff val="35000"/>
                </a:schemeClr>
              </a:solidFill>
              <a:latin typeface="Arial" charset="0"/>
              <a:cs typeface="Arial" charset="0"/>
            </a:endParaRPr>
          </a:p>
          <a:p>
            <a:pPr marL="171450" indent="-171450" algn="just">
              <a:buBlip>
                <a:blip r:embed="rId3"/>
              </a:buBlip>
            </a:pPr>
            <a:r>
              <a:rPr lang="es-MX" sz="1200" b="1" i="0" dirty="0">
                <a:solidFill>
                  <a:schemeClr val="tx1">
                    <a:lumMod val="65000"/>
                    <a:lumOff val="35000"/>
                  </a:schemeClr>
                </a:solidFill>
                <a:latin typeface="Arial" charset="0"/>
                <a:cs typeface="Arial" charset="0"/>
              </a:rPr>
              <a:t>Pruebas</a:t>
            </a:r>
            <a:r>
              <a:rPr lang="es-MX" sz="1200" i="0" dirty="0">
                <a:solidFill>
                  <a:schemeClr val="tx1">
                    <a:lumMod val="65000"/>
                    <a:lumOff val="35000"/>
                  </a:schemeClr>
                </a:solidFill>
                <a:latin typeface="Arial" charset="0"/>
                <a:cs typeface="Arial" charset="0"/>
              </a:rPr>
              <a:t>, </a:t>
            </a:r>
            <a:r>
              <a:rPr lang="es-MX" sz="1200" b="0" i="0" dirty="0">
                <a:solidFill>
                  <a:schemeClr val="tx1">
                    <a:lumMod val="65000"/>
                    <a:lumOff val="35000"/>
                  </a:schemeClr>
                </a:solidFill>
                <a:latin typeface="Arial" charset="0"/>
                <a:cs typeface="Arial" charset="0"/>
              </a:rPr>
              <a:t>participar en las pruebas que serán ejecutadas durante el piloto. El cliente deberá asignar un equipo controlado no mayor a </a:t>
            </a:r>
            <a:r>
              <a:rPr lang="es-MX" sz="1200" dirty="0">
                <a:solidFill>
                  <a:schemeClr val="tx1">
                    <a:lumMod val="65000"/>
                    <a:lumOff val="35000"/>
                  </a:schemeClr>
                </a:solidFill>
                <a:latin typeface="Arial" charset="0"/>
                <a:cs typeface="Arial" charset="0"/>
              </a:rPr>
              <a:t>5</a:t>
            </a:r>
            <a:r>
              <a:rPr lang="es-MX" sz="1200" b="0" i="0" dirty="0">
                <a:solidFill>
                  <a:schemeClr val="tx1">
                    <a:lumMod val="65000"/>
                    <a:lumOff val="35000"/>
                  </a:schemeClr>
                </a:solidFill>
                <a:latin typeface="Arial" charset="0"/>
                <a:cs typeface="Arial" charset="0"/>
              </a:rPr>
              <a:t> personas.</a:t>
            </a:r>
          </a:p>
          <a:p>
            <a:pPr marL="171450" indent="-171450" algn="just">
              <a:buBlip>
                <a:blip r:embed="rId3"/>
              </a:buBlip>
            </a:pPr>
            <a:endParaRPr lang="es-MX" sz="1200" b="0" i="0" dirty="0">
              <a:solidFill>
                <a:schemeClr val="tx1">
                  <a:lumMod val="65000"/>
                  <a:lumOff val="35000"/>
                </a:schemeClr>
              </a:solidFill>
              <a:latin typeface="Arial" charset="0"/>
              <a:cs typeface="Arial" charset="0"/>
            </a:endParaRPr>
          </a:p>
        </p:txBody>
      </p:sp>
    </p:spTree>
    <p:extLst>
      <p:ext uri="{BB962C8B-B14F-4D97-AF65-F5344CB8AC3E}">
        <p14:creationId xmlns:p14="http://schemas.microsoft.com/office/powerpoint/2010/main" val="2982793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85901"/>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CRONOGRAMA</a:t>
            </a:r>
            <a:endParaRPr lang="es-MX" sz="2000" i="0" u="none" strike="noStrike" cap="none">
              <a:solidFill>
                <a:srgbClr val="FF0000"/>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4" name="Picture 3">
            <a:extLst>
              <a:ext uri="{FF2B5EF4-FFF2-40B4-BE49-F238E27FC236}">
                <a16:creationId xmlns:a16="http://schemas.microsoft.com/office/drawing/2014/main" id="{AA634E76-8EAD-0A80-87E9-B6F070E8911D}"/>
              </a:ext>
            </a:extLst>
          </p:cNvPr>
          <p:cNvPicPr>
            <a:picLocks noChangeAspect="1"/>
          </p:cNvPicPr>
          <p:nvPr/>
        </p:nvPicPr>
        <p:blipFill>
          <a:blip r:embed="rId3"/>
          <a:stretch>
            <a:fillRect/>
          </a:stretch>
        </p:blipFill>
        <p:spPr>
          <a:xfrm>
            <a:off x="523845" y="840572"/>
            <a:ext cx="7960228" cy="2536041"/>
          </a:xfrm>
          <a:prstGeom prst="rect">
            <a:avLst/>
          </a:prstGeom>
        </p:spPr>
      </p:pic>
    </p:spTree>
    <p:extLst>
      <p:ext uri="{BB962C8B-B14F-4D97-AF65-F5344CB8AC3E}">
        <p14:creationId xmlns:p14="http://schemas.microsoft.com/office/powerpoint/2010/main" val="3364352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93427"/>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dirty="0">
                <a:solidFill>
                  <a:srgbClr val="323232"/>
                </a:solidFill>
                <a:latin typeface="Helvetica" pitchFamily="2" charset="0"/>
                <a:ea typeface="Helvetica Neue"/>
                <a:cs typeface="Helvetica Neue"/>
                <a:sym typeface="Helvetica Neue"/>
              </a:rPr>
              <a:t>ACTIVIDADES DEL CLIENTE</a:t>
            </a:r>
            <a:endParaRPr lang="es-MX" sz="2000" i="0" u="none" strike="noStrike" cap="none" dirty="0">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6">
            <a:extLst>
              <a:ext uri="{FF2B5EF4-FFF2-40B4-BE49-F238E27FC236}">
                <a16:creationId xmlns:a16="http://schemas.microsoft.com/office/drawing/2014/main" id="{D9ED986B-74A9-1FE9-3177-D7477E388ED5}"/>
              </a:ext>
            </a:extLst>
          </p:cNvPr>
          <p:cNvSpPr txBox="1"/>
          <p:nvPr/>
        </p:nvSpPr>
        <p:spPr>
          <a:xfrm>
            <a:off x="342260" y="933810"/>
            <a:ext cx="8116882" cy="30162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171450" indent="-171450" algn="just">
              <a:buBlip>
                <a:blip r:embed="rId3"/>
              </a:buBlip>
            </a:pPr>
            <a:r>
              <a:rPr lang="es-ES" sz="1000" i="0" dirty="0">
                <a:solidFill>
                  <a:schemeClr val="tx1">
                    <a:lumMod val="65000"/>
                    <a:lumOff val="35000"/>
                  </a:schemeClr>
                </a:solidFill>
                <a:latin typeface="Arial" charset="0"/>
                <a:cs typeface="Arial" charset="0"/>
              </a:rPr>
              <a:t>Aceptación de proveedor como proveedor de licenciamiento Microsoft </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Atención y entrega de requerimientos de seguridad en relación con la apertura de puertos, </a:t>
            </a:r>
            <a:r>
              <a:rPr lang="es-ES" sz="1000" i="0" dirty="0" err="1">
                <a:solidFill>
                  <a:schemeClr val="tx1">
                    <a:lumMod val="65000"/>
                    <a:lumOff val="35000"/>
                  </a:schemeClr>
                </a:solidFill>
                <a:latin typeface="Arial" charset="0"/>
                <a:cs typeface="Arial" charset="0"/>
              </a:rPr>
              <a:t>IPs</a:t>
            </a:r>
            <a:r>
              <a:rPr lang="es-ES" sz="1000" i="0" dirty="0">
                <a:solidFill>
                  <a:schemeClr val="tx1">
                    <a:lumMod val="65000"/>
                    <a:lumOff val="35000"/>
                  </a:schemeClr>
                </a:solidFill>
                <a:latin typeface="Arial" charset="0"/>
                <a:cs typeface="Arial" charset="0"/>
              </a:rPr>
              <a:t> y </a:t>
            </a:r>
            <a:r>
              <a:rPr lang="es-ES" sz="1000" i="0" dirty="0" err="1">
                <a:solidFill>
                  <a:schemeClr val="tx1">
                    <a:lumMod val="65000"/>
                    <a:lumOff val="35000"/>
                  </a:schemeClr>
                </a:solidFill>
                <a:latin typeface="Arial" charset="0"/>
                <a:cs typeface="Arial" charset="0"/>
              </a:rPr>
              <a:t>URLs</a:t>
            </a:r>
            <a:r>
              <a:rPr lang="es-ES" sz="1000" i="0" dirty="0">
                <a:solidFill>
                  <a:schemeClr val="tx1">
                    <a:lumMod val="65000"/>
                    <a:lumOff val="35000"/>
                  </a:schemeClr>
                </a:solidFill>
                <a:latin typeface="Arial" charset="0"/>
                <a:cs typeface="Arial" charset="0"/>
              </a:rPr>
              <a:t> que serán especificados en el documento de requerimientos proporcionado por proveedor</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Ajustes en su red interna y perimetral para la correcta replicación de equipos a Azure</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Participar en las pruebas de funcionalidad del DRP (conocido como </a:t>
            </a:r>
            <a:r>
              <a:rPr lang="es-ES" sz="1000" i="0" dirty="0" err="1">
                <a:solidFill>
                  <a:schemeClr val="tx1">
                    <a:lumMod val="65000"/>
                    <a:lumOff val="35000"/>
                  </a:schemeClr>
                </a:solidFill>
                <a:latin typeface="Arial" charset="0"/>
                <a:cs typeface="Arial" charset="0"/>
              </a:rPr>
              <a:t>FailOver</a:t>
            </a:r>
            <a:r>
              <a:rPr lang="es-ES" sz="1000" i="0" dirty="0">
                <a:solidFill>
                  <a:schemeClr val="tx1">
                    <a:lumMod val="65000"/>
                    <a:lumOff val="35000"/>
                  </a:schemeClr>
                </a:solidFill>
                <a:latin typeface="Arial" charset="0"/>
                <a:cs typeface="Arial" charset="0"/>
              </a:rPr>
              <a:t>)</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Entrega de la configuración actual y características de las máquinas virtuales tanto </a:t>
            </a:r>
            <a:r>
              <a:rPr lang="es-ES" sz="1000" i="0" dirty="0" err="1">
                <a:solidFill>
                  <a:schemeClr val="tx1">
                    <a:lumMod val="65000"/>
                    <a:lumOff val="35000"/>
                  </a:schemeClr>
                </a:solidFill>
                <a:latin typeface="Arial" charset="0"/>
                <a:cs typeface="Arial" charset="0"/>
              </a:rPr>
              <a:t>On</a:t>
            </a:r>
            <a:r>
              <a:rPr lang="es-ES" sz="1000" i="0" dirty="0">
                <a:solidFill>
                  <a:schemeClr val="tx1">
                    <a:lumMod val="65000"/>
                    <a:lumOff val="35000"/>
                  </a:schemeClr>
                </a:solidFill>
                <a:latin typeface="Arial" charset="0"/>
                <a:cs typeface="Arial" charset="0"/>
              </a:rPr>
              <a:t>-Premises como en su actual suscripción de Azure las cuales serán migradas a la nueva suscripción de Azure entrega da por proveedor.</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Configuración y validación de aplicativos que corren en las máquinas virtuales que serán generadas por proveedor en la nueva suscripción de Azure</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Configuración de la VPN para la conectividad entre CLIENTE y Azure.</a:t>
            </a:r>
          </a:p>
          <a:p>
            <a:pPr marL="171450" indent="-171450" algn="just">
              <a:buBlip>
                <a:blip r:embed="rId3"/>
              </a:buBlip>
            </a:pPr>
            <a:endParaRPr lang="es-ES" sz="1000" i="0" dirty="0">
              <a:solidFill>
                <a:schemeClr val="tx1">
                  <a:lumMod val="65000"/>
                  <a:lumOff val="35000"/>
                </a:schemeClr>
              </a:solidFill>
              <a:latin typeface="Arial" charset="0"/>
              <a:cs typeface="Arial" charset="0"/>
            </a:endParaRPr>
          </a:p>
          <a:p>
            <a:pPr marL="171450" indent="-171450" algn="just">
              <a:buBlip>
                <a:blip r:embed="rId3"/>
              </a:buBlip>
            </a:pPr>
            <a:r>
              <a:rPr lang="es-ES" sz="1000" i="0" dirty="0">
                <a:solidFill>
                  <a:schemeClr val="tx1">
                    <a:lumMod val="65000"/>
                    <a:lumOff val="35000"/>
                  </a:schemeClr>
                </a:solidFill>
                <a:latin typeface="Arial" charset="0"/>
                <a:cs typeface="Arial" charset="0"/>
              </a:rPr>
              <a:t>Entrega del servidor para instalar los roles de </a:t>
            </a:r>
            <a:r>
              <a:rPr lang="es-ES" sz="1000" i="0" dirty="0" err="1">
                <a:solidFill>
                  <a:schemeClr val="tx1">
                    <a:lumMod val="65000"/>
                    <a:lumOff val="35000"/>
                  </a:schemeClr>
                </a:solidFill>
                <a:latin typeface="Arial" charset="0"/>
                <a:cs typeface="Arial" charset="0"/>
              </a:rPr>
              <a:t>configuration</a:t>
            </a:r>
            <a:r>
              <a:rPr lang="es-ES" sz="1000" i="0" dirty="0">
                <a:solidFill>
                  <a:schemeClr val="tx1">
                    <a:lumMod val="65000"/>
                    <a:lumOff val="35000"/>
                  </a:schemeClr>
                </a:solidFill>
                <a:latin typeface="Arial" charset="0"/>
                <a:cs typeface="Arial" charset="0"/>
              </a:rPr>
              <a:t> and </a:t>
            </a:r>
            <a:r>
              <a:rPr lang="es-ES" sz="1000" i="0" dirty="0" err="1">
                <a:solidFill>
                  <a:schemeClr val="tx1">
                    <a:lumMod val="65000"/>
                    <a:lumOff val="35000"/>
                  </a:schemeClr>
                </a:solidFill>
                <a:latin typeface="Arial" charset="0"/>
                <a:cs typeface="Arial" charset="0"/>
              </a:rPr>
              <a:t>proccess</a:t>
            </a:r>
            <a:r>
              <a:rPr lang="es-ES" sz="1000" i="0" dirty="0">
                <a:solidFill>
                  <a:schemeClr val="tx1">
                    <a:lumMod val="65000"/>
                    <a:lumOff val="35000"/>
                  </a:schemeClr>
                </a:solidFill>
                <a:latin typeface="Arial" charset="0"/>
                <a:cs typeface="Arial" charset="0"/>
              </a:rPr>
              <a:t>  server.</a:t>
            </a:r>
          </a:p>
          <a:p>
            <a:pPr marL="171450" indent="-171450" algn="just">
              <a:buBlip>
                <a:blip r:embed="rId3"/>
              </a:buBlip>
            </a:pPr>
            <a:endParaRPr lang="es-MX" sz="1000" i="0" dirty="0">
              <a:solidFill>
                <a:schemeClr val="tx1">
                  <a:lumMod val="65000"/>
                  <a:lumOff val="35000"/>
                </a:schemeClr>
              </a:solidFill>
              <a:latin typeface="Arial" charset="0"/>
              <a:cs typeface="Arial" charset="0"/>
            </a:endParaRPr>
          </a:p>
        </p:txBody>
      </p:sp>
    </p:spTree>
    <p:extLst>
      <p:ext uri="{BB962C8B-B14F-4D97-AF65-F5344CB8AC3E}">
        <p14:creationId xmlns:p14="http://schemas.microsoft.com/office/powerpoint/2010/main" val="741654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3" y="282140"/>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CONSIDERACIONES</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6">
            <a:extLst>
              <a:ext uri="{FF2B5EF4-FFF2-40B4-BE49-F238E27FC236}">
                <a16:creationId xmlns:a16="http://schemas.microsoft.com/office/drawing/2014/main" id="{0A939278-23C7-C101-0BF1-657EC8DBACF9}"/>
              </a:ext>
            </a:extLst>
          </p:cNvPr>
          <p:cNvSpPr txBox="1"/>
          <p:nvPr/>
        </p:nvSpPr>
        <p:spPr>
          <a:xfrm>
            <a:off x="447382" y="678925"/>
            <a:ext cx="8357951" cy="3785650"/>
          </a:xfrm>
          <a:prstGeom prst="rect">
            <a:avLst/>
          </a:prstGeom>
          <a:noFill/>
          <a:ln w="12700" cap="flat">
            <a:noFill/>
            <a:miter lim="400000"/>
          </a:ln>
          <a:effectLst/>
          <a:sp3d/>
        </p:spPr>
        <p:txBody>
          <a:bodyPr rot="0" spcFirstLastPara="1" vertOverflow="overflow" horzOverflow="overflow" vert="horz" wrap="square" lIns="45719" tIns="45719" rIns="45719" bIns="45719" numCol="1" spcCol="38100" rtlCol="0" anchor="t">
            <a:spAutoFit/>
          </a:bodyPr>
          <a:lstStyle/>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s-ES" sz="1000" dirty="0">
                <a:solidFill>
                  <a:srgbClr val="53585F"/>
                </a:solidFill>
                <a:sym typeface="Helvetica Neue"/>
              </a:rPr>
              <a:t>Los componentes fijos generaran consumo de manera recurrente mes a mes mientras que los componentes en caso de incidente sólo generarán durante el tiempo que sea habilitado el sitio DRP en Azure.</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s-ES" sz="1000" dirty="0">
                <a:solidFill>
                  <a:srgbClr val="53585F"/>
                </a:solidFill>
                <a:sym typeface="Helvetica Neue"/>
              </a:rPr>
              <a:t>Azure Site </a:t>
            </a:r>
            <a:r>
              <a:rPr lang="es-ES" sz="1000" dirty="0" err="1">
                <a:solidFill>
                  <a:srgbClr val="53585F"/>
                </a:solidFill>
                <a:sym typeface="Helvetica Neue"/>
              </a:rPr>
              <a:t>Recovery</a:t>
            </a:r>
            <a:r>
              <a:rPr lang="es-ES" sz="1000" dirty="0">
                <a:solidFill>
                  <a:srgbClr val="53585F"/>
                </a:solidFill>
                <a:sym typeface="Helvetica Neue"/>
              </a:rPr>
              <a:t> solo puede soportar las aplicaciones que en encuentran listadas en la siguiente referencia oficial de Microsoft: </a:t>
            </a:r>
            <a:r>
              <a:rPr lang="es-ES" sz="1000" dirty="0">
                <a:solidFill>
                  <a:schemeClr val="accent2"/>
                </a:solidFill>
                <a:sym typeface="Helvetica Neue"/>
                <a:hlinkClick r:id="rId4">
                  <a:extLst>
                    <a:ext uri="{A12FA001-AC4F-418D-AE19-62706E023703}">
                      <ahyp:hlinkClr xmlns:ahyp="http://schemas.microsoft.com/office/drawing/2018/hyperlinkcolor" val="tx"/>
                    </a:ext>
                  </a:extLst>
                </a:hlinkClick>
              </a:rPr>
              <a:t>https://docs.microsoft.com/en-us/azure/site-recovery/site-recovery-workload#workload-summary</a:t>
            </a:r>
            <a:endParaRPr lang="es-ES" sz="1000" dirty="0">
              <a:solidFill>
                <a:srgbClr val="53585F"/>
              </a:solidFill>
              <a:sym typeface="Helvetica Neue"/>
            </a:endParaRP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s-ES" sz="1000" dirty="0">
                <a:solidFill>
                  <a:srgbClr val="53585F"/>
                </a:solidFill>
                <a:sym typeface="Helvetica Neue"/>
              </a:rPr>
              <a:t>Los sistemas operativos soportados para recuperación de desastres se listan a continuación:</a:t>
            </a:r>
          </a:p>
          <a:p>
            <a:pPr marR="0" lvl="0" algn="just" defTabSz="1828800" eaLnBrk="1" fontAlgn="auto" latinLnBrk="0" hangingPunct="0">
              <a:lnSpc>
                <a:spcPct val="150000"/>
              </a:lnSpc>
              <a:spcBef>
                <a:spcPts val="0"/>
              </a:spcBef>
              <a:spcAft>
                <a:spcPts val="0"/>
              </a:spcAft>
              <a:buClr>
                <a:srgbClr val="6AB335"/>
              </a:buClr>
              <a:buSzTx/>
              <a:tabLst/>
              <a:defRPr/>
            </a:pPr>
            <a:r>
              <a:rPr lang="es-ES" sz="1000" dirty="0">
                <a:solidFill>
                  <a:srgbClr val="53585F"/>
                </a:solidFill>
                <a:sym typeface="Helvetica Neue"/>
              </a:rPr>
              <a:t>        - Equipos físicos y </a:t>
            </a:r>
            <a:r>
              <a:rPr lang="es-ES" sz="1000" dirty="0" err="1">
                <a:solidFill>
                  <a:srgbClr val="53585F"/>
                </a:solidFill>
                <a:sym typeface="Helvetica Neue"/>
              </a:rPr>
              <a:t>VMWare</a:t>
            </a:r>
            <a:r>
              <a:rPr lang="es-ES" sz="1000" dirty="0">
                <a:solidFill>
                  <a:srgbClr val="53585F"/>
                </a:solidFill>
                <a:sym typeface="Helvetica Neue"/>
              </a:rPr>
              <a:t>: </a:t>
            </a:r>
            <a:r>
              <a:rPr lang="es-ES" sz="1000" dirty="0">
                <a:solidFill>
                  <a:schemeClr val="accent2"/>
                </a:solidFill>
                <a:sym typeface="Helvetica Neue"/>
                <a:hlinkClick r:id="rId5">
                  <a:extLst>
                    <a:ext uri="{A12FA001-AC4F-418D-AE19-62706E023703}">
                      <ahyp:hlinkClr xmlns:ahyp="http://schemas.microsoft.com/office/drawing/2018/hyperlinkcolor" val="tx"/>
                    </a:ext>
                  </a:extLst>
                </a:hlinkClick>
              </a:rPr>
              <a:t>https://docs.microsoft.com/en-us/azure/site-recovery/vmware-physical-azure-support-matrix</a:t>
            </a:r>
            <a:endParaRPr lang="es-ES" sz="1000" dirty="0">
              <a:solidFill>
                <a:schemeClr val="accent2"/>
              </a:solidFill>
              <a:sym typeface="Helvetica Neue"/>
            </a:endParaRPr>
          </a:p>
          <a:p>
            <a:pPr marR="0" lvl="0" algn="just" defTabSz="1828800" eaLnBrk="1" fontAlgn="auto" latinLnBrk="0" hangingPunct="0">
              <a:lnSpc>
                <a:spcPct val="150000"/>
              </a:lnSpc>
              <a:spcBef>
                <a:spcPts val="0"/>
              </a:spcBef>
              <a:spcAft>
                <a:spcPts val="0"/>
              </a:spcAft>
              <a:buClr>
                <a:srgbClr val="6AB335"/>
              </a:buClr>
              <a:buSzTx/>
              <a:tabLst/>
              <a:defRPr/>
            </a:pPr>
            <a:r>
              <a:rPr lang="es-ES" sz="1000" dirty="0">
                <a:solidFill>
                  <a:srgbClr val="53585F"/>
                </a:solidFill>
                <a:sym typeface="Helvetica Neue"/>
              </a:rPr>
              <a:t>        - </a:t>
            </a:r>
            <a:r>
              <a:rPr lang="es-ES" sz="1000" dirty="0" err="1">
                <a:solidFill>
                  <a:srgbClr val="53585F"/>
                </a:solidFill>
                <a:sym typeface="Helvetica Neue"/>
              </a:rPr>
              <a:t>Hyper</a:t>
            </a:r>
            <a:r>
              <a:rPr lang="es-ES" sz="1000" dirty="0">
                <a:solidFill>
                  <a:srgbClr val="53585F"/>
                </a:solidFill>
                <a:sym typeface="Helvetica Neue"/>
              </a:rPr>
              <a:t>-V: </a:t>
            </a:r>
            <a:r>
              <a:rPr lang="es-ES" sz="1000" dirty="0">
                <a:solidFill>
                  <a:schemeClr val="accent2"/>
                </a:solidFill>
                <a:sym typeface="Helvetica Neue"/>
                <a:hlinkClick r:id="rId6">
                  <a:extLst>
                    <a:ext uri="{A12FA001-AC4F-418D-AE19-62706E023703}">
                      <ahyp:hlinkClr xmlns:ahyp="http://schemas.microsoft.com/office/drawing/2018/hyperlinkcolor" val="tx"/>
                    </a:ext>
                  </a:extLst>
                </a:hlinkClick>
              </a:rPr>
              <a:t>https://docs.microsoft.com/en-us/azure/site-recovery/hyper-v-azure-support-matrix</a:t>
            </a:r>
            <a:endParaRPr lang="es-ES" sz="1000" dirty="0">
              <a:solidFill>
                <a:schemeClr val="accent2"/>
              </a:solidFill>
              <a:sym typeface="Helvetica Neue"/>
            </a:endParaRPr>
          </a:p>
          <a:p>
            <a:pPr marR="0" lvl="0" algn="just" defTabSz="1828800" eaLnBrk="1" fontAlgn="auto" latinLnBrk="0" hangingPunct="0">
              <a:lnSpc>
                <a:spcPct val="150000"/>
              </a:lnSpc>
              <a:spcBef>
                <a:spcPts val="0"/>
              </a:spcBef>
              <a:spcAft>
                <a:spcPts val="0"/>
              </a:spcAft>
              <a:buClr>
                <a:srgbClr val="6AB335"/>
              </a:buClr>
              <a:buSzTx/>
              <a:tabLst/>
              <a:defRPr/>
            </a:pPr>
            <a:r>
              <a:rPr lang="es-ES" sz="1000" dirty="0">
                <a:solidFill>
                  <a:srgbClr val="53585F"/>
                </a:solidFill>
                <a:sym typeface="Helvetica Neue"/>
              </a:rPr>
              <a:t>        - Entre regiones de Azure: </a:t>
            </a:r>
            <a:r>
              <a:rPr lang="es-ES" sz="1000" dirty="0">
                <a:solidFill>
                  <a:schemeClr val="accent2"/>
                </a:solidFill>
                <a:sym typeface="Helvetica Neue"/>
                <a:hlinkClick r:id="rId7">
                  <a:extLst>
                    <a:ext uri="{A12FA001-AC4F-418D-AE19-62706E023703}">
                      <ahyp:hlinkClr xmlns:ahyp="http://schemas.microsoft.com/office/drawing/2018/hyperlinkcolor" val="tx"/>
                    </a:ext>
                  </a:extLst>
                </a:hlinkClick>
              </a:rPr>
              <a:t>https://docs.microsoft.com/en-us/azure/site-recovery/azure-to-azure-support-matrix</a:t>
            </a:r>
            <a:endParaRPr lang="en-US" sz="1000" dirty="0">
              <a:solidFill>
                <a:srgbClr val="53585F"/>
              </a:solidFill>
              <a:sym typeface="Helvetica Neue"/>
            </a:endParaRP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n-US" sz="1000" dirty="0">
                <a:solidFill>
                  <a:srgbClr val="53585F"/>
                </a:solidFill>
                <a:sym typeface="Helvetica Neue"/>
              </a:rPr>
              <a:t>Para </a:t>
            </a:r>
            <a:r>
              <a:rPr lang="en-US" sz="1000" dirty="0" err="1">
                <a:solidFill>
                  <a:srgbClr val="53585F"/>
                </a:solidFill>
                <a:sym typeface="Helvetica Neue"/>
              </a:rPr>
              <a:t>los</a:t>
            </a:r>
            <a:r>
              <a:rPr lang="en-US" sz="1000" dirty="0">
                <a:solidFill>
                  <a:srgbClr val="53585F"/>
                </a:solidFill>
                <a:sym typeface="Helvetica Neue"/>
              </a:rPr>
              <a:t> </a:t>
            </a:r>
            <a:r>
              <a:rPr lang="en-US" sz="1000" dirty="0" err="1">
                <a:solidFill>
                  <a:srgbClr val="53585F"/>
                </a:solidFill>
                <a:sym typeface="Helvetica Neue"/>
              </a:rPr>
              <a:t>equipos</a:t>
            </a:r>
            <a:r>
              <a:rPr lang="en-US" sz="1000" dirty="0">
                <a:solidFill>
                  <a:srgbClr val="53585F"/>
                </a:solidFill>
                <a:sym typeface="Helvetica Neue"/>
              </a:rPr>
              <a:t> Fortinet y </a:t>
            </a:r>
            <a:r>
              <a:rPr lang="en-US" sz="1000" dirty="0" err="1">
                <a:solidFill>
                  <a:srgbClr val="53585F"/>
                </a:solidFill>
                <a:sym typeface="Helvetica Neue"/>
              </a:rPr>
              <a:t>Netscaler</a:t>
            </a:r>
            <a:r>
              <a:rPr lang="en-US" sz="1000" dirty="0">
                <a:solidFill>
                  <a:srgbClr val="53585F"/>
                </a:solidFill>
                <a:sym typeface="Helvetica Neue"/>
              </a:rPr>
              <a:t> </a:t>
            </a:r>
            <a:r>
              <a:rPr lang="en-US" sz="1000" dirty="0" err="1">
                <a:solidFill>
                  <a:srgbClr val="53585F"/>
                </a:solidFill>
                <a:sym typeface="Helvetica Neue"/>
              </a:rPr>
              <a:t>el</a:t>
            </a:r>
            <a:r>
              <a:rPr lang="en-US" sz="1000" dirty="0">
                <a:solidFill>
                  <a:srgbClr val="53585F"/>
                </a:solidFill>
                <a:sym typeface="Helvetica Neue"/>
              </a:rPr>
              <a:t> </a:t>
            </a:r>
            <a:r>
              <a:rPr lang="en-US" sz="1000" dirty="0" err="1">
                <a:solidFill>
                  <a:srgbClr val="53585F"/>
                </a:solidFill>
                <a:sym typeface="Helvetica Neue"/>
              </a:rPr>
              <a:t>cliente</a:t>
            </a:r>
            <a:r>
              <a:rPr lang="en-US" sz="1000" dirty="0">
                <a:solidFill>
                  <a:srgbClr val="53585F"/>
                </a:solidFill>
                <a:sym typeface="Helvetica Neue"/>
              </a:rPr>
              <a:t> </a:t>
            </a:r>
            <a:r>
              <a:rPr lang="en-US" sz="1000" dirty="0" err="1">
                <a:solidFill>
                  <a:srgbClr val="53585F"/>
                </a:solidFill>
                <a:sym typeface="Helvetica Neue"/>
              </a:rPr>
              <a:t>deberá</a:t>
            </a:r>
            <a:r>
              <a:rPr lang="en-US" sz="1000" dirty="0">
                <a:solidFill>
                  <a:srgbClr val="53585F"/>
                </a:solidFill>
                <a:sym typeface="Helvetica Neue"/>
              </a:rPr>
              <a:t> </a:t>
            </a:r>
            <a:r>
              <a:rPr lang="en-US" sz="1000" dirty="0" err="1">
                <a:solidFill>
                  <a:srgbClr val="53585F"/>
                </a:solidFill>
                <a:sym typeface="Helvetica Neue"/>
              </a:rPr>
              <a:t>proporcionar</a:t>
            </a:r>
            <a:r>
              <a:rPr lang="en-US" sz="1000" dirty="0">
                <a:solidFill>
                  <a:srgbClr val="53585F"/>
                </a:solidFill>
                <a:sym typeface="Helvetica Neue"/>
              </a:rPr>
              <a:t> </a:t>
            </a:r>
            <a:r>
              <a:rPr lang="en-US" sz="1000" dirty="0" err="1">
                <a:solidFill>
                  <a:srgbClr val="53585F"/>
                </a:solidFill>
                <a:sym typeface="Helvetica Neue"/>
              </a:rPr>
              <a:t>el</a:t>
            </a:r>
            <a:r>
              <a:rPr lang="en-US" sz="1000" dirty="0">
                <a:solidFill>
                  <a:srgbClr val="53585F"/>
                </a:solidFill>
                <a:sym typeface="Helvetica Neue"/>
              </a:rPr>
              <a:t> software/</a:t>
            </a:r>
            <a:r>
              <a:rPr lang="en-US" sz="1000" dirty="0" err="1">
                <a:solidFill>
                  <a:srgbClr val="53585F"/>
                </a:solidFill>
                <a:sym typeface="Helvetica Neue"/>
              </a:rPr>
              <a:t>licencia</a:t>
            </a:r>
            <a:r>
              <a:rPr lang="en-US" sz="1000" dirty="0">
                <a:solidFill>
                  <a:srgbClr val="53585F"/>
                </a:solidFill>
                <a:sym typeface="Helvetica Neue"/>
              </a:rPr>
              <a:t> o </a:t>
            </a:r>
            <a:r>
              <a:rPr lang="en-US" sz="1000" dirty="0" err="1">
                <a:solidFill>
                  <a:srgbClr val="53585F"/>
                </a:solidFill>
                <a:sym typeface="Helvetica Neue"/>
              </a:rPr>
              <a:t>en</a:t>
            </a:r>
            <a:r>
              <a:rPr lang="en-US" sz="1000" dirty="0">
                <a:solidFill>
                  <a:srgbClr val="53585F"/>
                </a:solidFill>
                <a:sym typeface="Helvetica Neue"/>
              </a:rPr>
              <a:t> </a:t>
            </a:r>
            <a:r>
              <a:rPr lang="en-US" sz="1000" dirty="0" err="1">
                <a:solidFill>
                  <a:srgbClr val="53585F"/>
                </a:solidFill>
                <a:sym typeface="Helvetica Neue"/>
              </a:rPr>
              <a:t>su</a:t>
            </a:r>
            <a:r>
              <a:rPr lang="en-US" sz="1000" dirty="0">
                <a:solidFill>
                  <a:srgbClr val="53585F"/>
                </a:solidFill>
                <a:sym typeface="Helvetica Neue"/>
              </a:rPr>
              <a:t> </a:t>
            </a:r>
            <a:r>
              <a:rPr lang="en-US" sz="1000" dirty="0" err="1">
                <a:solidFill>
                  <a:srgbClr val="53585F"/>
                </a:solidFill>
                <a:sym typeface="Helvetica Neue"/>
              </a:rPr>
              <a:t>defecto</a:t>
            </a:r>
            <a:r>
              <a:rPr lang="en-US" sz="1000" dirty="0">
                <a:solidFill>
                  <a:srgbClr val="53585F"/>
                </a:solidFill>
                <a:sym typeface="Helvetica Neue"/>
              </a:rPr>
              <a:t> </a:t>
            </a:r>
            <a:r>
              <a:rPr lang="en-US" sz="1000" dirty="0" err="1">
                <a:solidFill>
                  <a:srgbClr val="53585F"/>
                </a:solidFill>
                <a:sym typeface="Helvetica Neue"/>
              </a:rPr>
              <a:t>adquirirlos</a:t>
            </a:r>
            <a:r>
              <a:rPr lang="en-US" sz="1000" dirty="0">
                <a:solidFill>
                  <a:srgbClr val="53585F"/>
                </a:solidFill>
                <a:sym typeface="Helvetica Neue"/>
              </a:rPr>
              <a:t> </a:t>
            </a:r>
            <a:r>
              <a:rPr lang="en-US" sz="1000" dirty="0" err="1">
                <a:solidFill>
                  <a:srgbClr val="53585F"/>
                </a:solidFill>
                <a:sym typeface="Helvetica Neue"/>
              </a:rPr>
              <a:t>como</a:t>
            </a:r>
            <a:r>
              <a:rPr lang="en-US" sz="1000" dirty="0">
                <a:solidFill>
                  <a:srgbClr val="53585F"/>
                </a:solidFill>
                <a:sym typeface="Helvetica Neue"/>
              </a:rPr>
              <a:t> app </a:t>
            </a:r>
            <a:r>
              <a:rPr lang="en-US" sz="1000" dirty="0" err="1">
                <a:solidFill>
                  <a:srgbClr val="53585F"/>
                </a:solidFill>
                <a:sym typeface="Helvetica Neue"/>
              </a:rPr>
              <a:t>en</a:t>
            </a:r>
            <a:r>
              <a:rPr lang="en-US" sz="1000" dirty="0">
                <a:solidFill>
                  <a:srgbClr val="53585F"/>
                </a:solidFill>
                <a:sym typeface="Helvetica Neue"/>
              </a:rPr>
              <a:t> marketplace de  Azure.</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n-US" sz="1000" dirty="0">
                <a:solidFill>
                  <a:srgbClr val="53585F"/>
                </a:solidFill>
                <a:sym typeface="Helvetica Neue"/>
              </a:rPr>
              <a:t>El </a:t>
            </a:r>
            <a:r>
              <a:rPr lang="en-US" sz="1000" dirty="0" err="1">
                <a:solidFill>
                  <a:srgbClr val="53585F"/>
                </a:solidFill>
                <a:sym typeface="Helvetica Neue"/>
              </a:rPr>
              <a:t>equipo</a:t>
            </a:r>
            <a:r>
              <a:rPr lang="en-US" sz="1000" dirty="0">
                <a:solidFill>
                  <a:srgbClr val="53585F"/>
                </a:solidFill>
                <a:sym typeface="Helvetica Neue"/>
              </a:rPr>
              <a:t> </a:t>
            </a:r>
            <a:r>
              <a:rPr lang="en-US" sz="1000" dirty="0" err="1">
                <a:solidFill>
                  <a:srgbClr val="53585F"/>
                </a:solidFill>
                <a:sym typeface="Helvetica Neue"/>
              </a:rPr>
              <a:t>requerido</a:t>
            </a:r>
            <a:r>
              <a:rPr lang="en-US" sz="1000" dirty="0">
                <a:solidFill>
                  <a:srgbClr val="53585F"/>
                </a:solidFill>
                <a:sym typeface="Helvetica Neue"/>
              </a:rPr>
              <a:t> para </a:t>
            </a:r>
            <a:r>
              <a:rPr lang="en-US" sz="1000" dirty="0" err="1">
                <a:solidFill>
                  <a:srgbClr val="53585F"/>
                </a:solidFill>
                <a:sym typeface="Helvetica Neue"/>
              </a:rPr>
              <a:t>instalar</a:t>
            </a:r>
            <a:r>
              <a:rPr lang="en-US" sz="1000" dirty="0">
                <a:solidFill>
                  <a:srgbClr val="53585F"/>
                </a:solidFill>
                <a:sym typeface="Helvetica Neue"/>
              </a:rPr>
              <a:t> </a:t>
            </a:r>
            <a:r>
              <a:rPr lang="en-US" sz="1000" dirty="0" err="1">
                <a:solidFill>
                  <a:srgbClr val="53585F"/>
                </a:solidFill>
                <a:sym typeface="Helvetica Neue"/>
              </a:rPr>
              <a:t>los</a:t>
            </a:r>
            <a:r>
              <a:rPr lang="en-US" sz="1000" dirty="0">
                <a:solidFill>
                  <a:srgbClr val="53585F"/>
                </a:solidFill>
                <a:sym typeface="Helvetica Neue"/>
              </a:rPr>
              <a:t> roles de </a:t>
            </a:r>
            <a:r>
              <a:rPr lang="en-US" sz="1000" dirty="0" err="1">
                <a:solidFill>
                  <a:srgbClr val="53585F"/>
                </a:solidFill>
                <a:sym typeface="Helvetica Neue"/>
              </a:rPr>
              <a:t>procesamiento</a:t>
            </a:r>
            <a:r>
              <a:rPr lang="en-US" sz="1000" dirty="0">
                <a:solidFill>
                  <a:srgbClr val="53585F"/>
                </a:solidFill>
                <a:sym typeface="Helvetica Neue"/>
              </a:rPr>
              <a:t> y </a:t>
            </a:r>
            <a:r>
              <a:rPr lang="en-US" sz="1000" dirty="0" err="1">
                <a:solidFill>
                  <a:srgbClr val="53585F"/>
                </a:solidFill>
                <a:sym typeface="Helvetica Neue"/>
              </a:rPr>
              <a:t>replicación</a:t>
            </a:r>
            <a:r>
              <a:rPr lang="en-US" sz="1000" dirty="0">
                <a:solidFill>
                  <a:srgbClr val="53585F"/>
                </a:solidFill>
                <a:sym typeface="Helvetica Neue"/>
              </a:rPr>
              <a:t> de las </a:t>
            </a:r>
            <a:r>
              <a:rPr lang="en-US" sz="1000" dirty="0" err="1">
                <a:solidFill>
                  <a:srgbClr val="53585F"/>
                </a:solidFill>
                <a:sym typeface="Helvetica Neue"/>
              </a:rPr>
              <a:t>máquinas</a:t>
            </a:r>
            <a:r>
              <a:rPr lang="en-US" sz="1000" dirty="0">
                <a:solidFill>
                  <a:srgbClr val="53585F"/>
                </a:solidFill>
                <a:sym typeface="Helvetica Neue"/>
              </a:rPr>
              <a:t> </a:t>
            </a:r>
            <a:r>
              <a:rPr lang="en-US" sz="1000" dirty="0" err="1">
                <a:solidFill>
                  <a:srgbClr val="53585F"/>
                </a:solidFill>
                <a:sym typeface="Helvetica Neue"/>
              </a:rPr>
              <a:t>virtuales</a:t>
            </a:r>
            <a:r>
              <a:rPr lang="en-US" sz="1000" dirty="0">
                <a:solidFill>
                  <a:srgbClr val="53585F"/>
                </a:solidFill>
                <a:sym typeface="Helvetica Neue"/>
              </a:rPr>
              <a:t> a Azure </a:t>
            </a:r>
            <a:r>
              <a:rPr lang="en-US" sz="1000" dirty="0" err="1">
                <a:solidFill>
                  <a:srgbClr val="53585F"/>
                </a:solidFill>
                <a:sym typeface="Helvetica Neue"/>
              </a:rPr>
              <a:t>deberá</a:t>
            </a:r>
            <a:r>
              <a:rPr lang="en-US" sz="1000" dirty="0">
                <a:solidFill>
                  <a:srgbClr val="53585F"/>
                </a:solidFill>
                <a:sym typeface="Helvetica Neue"/>
              </a:rPr>
              <a:t> ser </a:t>
            </a:r>
            <a:r>
              <a:rPr lang="en-US" sz="1000" dirty="0" err="1">
                <a:solidFill>
                  <a:srgbClr val="53585F"/>
                </a:solidFill>
                <a:sym typeface="Helvetica Neue"/>
              </a:rPr>
              <a:t>instalado</a:t>
            </a:r>
            <a:r>
              <a:rPr lang="en-US" sz="1000" dirty="0">
                <a:solidFill>
                  <a:srgbClr val="53585F"/>
                </a:solidFill>
                <a:sym typeface="Helvetica Neue"/>
              </a:rPr>
              <a:t> del </a:t>
            </a:r>
            <a:r>
              <a:rPr lang="en-US" sz="1000" dirty="0" err="1">
                <a:solidFill>
                  <a:srgbClr val="53585F"/>
                </a:solidFill>
                <a:sym typeface="Helvetica Neue"/>
              </a:rPr>
              <a:t>lado</a:t>
            </a:r>
            <a:r>
              <a:rPr lang="en-US" sz="1000" dirty="0">
                <a:solidFill>
                  <a:srgbClr val="53585F"/>
                </a:solidFill>
                <a:sym typeface="Helvetica Neue"/>
              </a:rPr>
              <a:t> del </a:t>
            </a:r>
            <a:r>
              <a:rPr lang="en-US" sz="1000" dirty="0" err="1">
                <a:solidFill>
                  <a:srgbClr val="53585F"/>
                </a:solidFill>
                <a:sym typeface="Helvetica Neue"/>
              </a:rPr>
              <a:t>cliente</a:t>
            </a:r>
            <a:r>
              <a:rPr lang="en-US" sz="1000" dirty="0">
                <a:solidFill>
                  <a:srgbClr val="53585F"/>
                </a:solidFill>
                <a:sym typeface="Helvetica Neue"/>
              </a:rPr>
              <a:t> (AWS </a:t>
            </a:r>
            <a:r>
              <a:rPr lang="en-US" sz="1000" dirty="0" err="1">
                <a:solidFill>
                  <a:srgbClr val="53585F"/>
                </a:solidFill>
                <a:sym typeface="Helvetica Neue"/>
              </a:rPr>
              <a:t>en</a:t>
            </a:r>
            <a:r>
              <a:rPr lang="en-US" sz="1000" dirty="0">
                <a:solidFill>
                  <a:srgbClr val="53585F"/>
                </a:solidFill>
                <a:sym typeface="Helvetica Neue"/>
              </a:rPr>
              <a:t> </a:t>
            </a:r>
            <a:r>
              <a:rPr lang="en-US" sz="1000" dirty="0" err="1">
                <a:solidFill>
                  <a:srgbClr val="53585F"/>
                </a:solidFill>
                <a:sym typeface="Helvetica Neue"/>
              </a:rPr>
              <a:t>este</a:t>
            </a:r>
            <a:r>
              <a:rPr lang="en-US" sz="1000" dirty="0">
                <a:solidFill>
                  <a:srgbClr val="53585F"/>
                </a:solidFill>
                <a:sym typeface="Helvetica Neue"/>
              </a:rPr>
              <a:t> </a:t>
            </a:r>
            <a:r>
              <a:rPr lang="en-US" sz="1000" dirty="0" err="1">
                <a:solidFill>
                  <a:srgbClr val="53585F"/>
                </a:solidFill>
                <a:sym typeface="Helvetica Neue"/>
              </a:rPr>
              <a:t>caso</a:t>
            </a:r>
            <a:r>
              <a:rPr lang="en-US" sz="1000" dirty="0">
                <a:solidFill>
                  <a:srgbClr val="53585F"/>
                </a:solidFill>
                <a:sym typeface="Helvetica Neue"/>
              </a:rPr>
              <a:t>).</a:t>
            </a:r>
            <a:endParaRPr lang="es-ES" sz="1000" dirty="0">
              <a:solidFill>
                <a:srgbClr val="53585F"/>
              </a:solidFill>
              <a:sym typeface="Helvetica Neue"/>
            </a:endParaRP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s-ES" sz="1000" dirty="0">
                <a:solidFill>
                  <a:srgbClr val="53585F"/>
                </a:solidFill>
                <a:sym typeface="Helvetica Neue"/>
              </a:rPr>
              <a:t>Únicamente </a:t>
            </a:r>
            <a:r>
              <a:rPr lang="es-ES" sz="1000" dirty="0" err="1">
                <a:solidFill>
                  <a:srgbClr val="53585F"/>
                </a:solidFill>
                <a:sym typeface="Helvetica Neue"/>
              </a:rPr>
              <a:t>failover</a:t>
            </a:r>
            <a:r>
              <a:rPr lang="es-ES" sz="1000" dirty="0">
                <a:solidFill>
                  <a:srgbClr val="53585F"/>
                </a:solidFill>
                <a:sym typeface="Helvetica Neue"/>
              </a:rPr>
              <a:t> el soportado por máquinas en AWS usando Azure Site </a:t>
            </a:r>
            <a:r>
              <a:rPr lang="es-ES" sz="1000" dirty="0" err="1">
                <a:solidFill>
                  <a:srgbClr val="53585F"/>
                </a:solidFill>
                <a:sym typeface="Helvetica Neue"/>
              </a:rPr>
              <a:t>Recovery</a:t>
            </a:r>
            <a:r>
              <a:rPr lang="es-ES" sz="1000" dirty="0">
                <a:solidFill>
                  <a:srgbClr val="53585F"/>
                </a:solidFill>
                <a:sym typeface="Helvetica Neue"/>
              </a:rPr>
              <a:t>, esto implica que el </a:t>
            </a:r>
            <a:r>
              <a:rPr lang="es-ES" sz="1000" dirty="0" err="1">
                <a:solidFill>
                  <a:srgbClr val="53585F"/>
                </a:solidFill>
                <a:sym typeface="Helvetica Neue"/>
              </a:rPr>
              <a:t>failback</a:t>
            </a:r>
            <a:r>
              <a:rPr lang="es-ES" sz="1000" dirty="0">
                <a:solidFill>
                  <a:srgbClr val="53585F"/>
                </a:solidFill>
                <a:sym typeface="Helvetica Neue"/>
              </a:rPr>
              <a:t> no se encuentra soportado.</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lang="es-ES" sz="1000" dirty="0">
                <a:solidFill>
                  <a:srgbClr val="53585F"/>
                </a:solidFill>
                <a:sym typeface="Helvetica Neue"/>
              </a:rPr>
              <a:t>Los servidores con base de datos fueron consideradas licencia SQL Server Standard.</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1000" b="0" i="0" u="none" strike="noStrike" kern="0" cap="none" spc="0" normalizeH="0" baseline="0" noProof="0" dirty="0">
                <a:ln>
                  <a:noFill/>
                </a:ln>
                <a:solidFill>
                  <a:srgbClr val="53585F"/>
                </a:solidFill>
                <a:effectLst/>
                <a:uLnTx/>
                <a:uFillTx/>
                <a:sym typeface="Helvetica Neue"/>
              </a:rPr>
              <a:t>La capacitación usuarios será en la modalidad “Train </a:t>
            </a:r>
            <a:r>
              <a:rPr kumimoji="0" lang="es-ES" sz="1000" b="0" i="0" u="none" strike="noStrike" kern="0" cap="none" spc="0" normalizeH="0" baseline="0" noProof="0" dirty="0" err="1">
                <a:ln>
                  <a:noFill/>
                </a:ln>
                <a:solidFill>
                  <a:srgbClr val="53585F"/>
                </a:solidFill>
                <a:effectLst/>
                <a:uLnTx/>
                <a:uFillTx/>
                <a:sym typeface="Helvetica Neue"/>
              </a:rPr>
              <a:t>the</a:t>
            </a:r>
            <a:r>
              <a:rPr kumimoji="0" lang="es-ES" sz="1000" b="0" i="0" u="none" strike="noStrike" kern="0" cap="none" spc="0" normalizeH="0" baseline="0" noProof="0" dirty="0">
                <a:ln>
                  <a:noFill/>
                </a:ln>
                <a:solidFill>
                  <a:srgbClr val="53585F"/>
                </a:solidFill>
                <a:effectLst/>
                <a:uLnTx/>
                <a:uFillTx/>
                <a:sym typeface="Helvetica Neue"/>
              </a:rPr>
              <a:t> </a:t>
            </a:r>
            <a:r>
              <a:rPr kumimoji="0" lang="es-ES" sz="1000" b="0" i="0" u="none" strike="noStrike" kern="0" cap="none" spc="0" normalizeH="0" baseline="0" noProof="0" dirty="0" err="1">
                <a:ln>
                  <a:noFill/>
                </a:ln>
                <a:solidFill>
                  <a:srgbClr val="53585F"/>
                </a:solidFill>
                <a:effectLst/>
                <a:uLnTx/>
                <a:uFillTx/>
                <a:sym typeface="Helvetica Neue"/>
              </a:rPr>
              <a:t>trainers</a:t>
            </a:r>
            <a:r>
              <a:rPr kumimoji="0" lang="es-ES" sz="1000" b="0" i="0" u="none" strike="noStrike" kern="0" cap="none" spc="0" normalizeH="0" baseline="0" noProof="0" dirty="0">
                <a:ln>
                  <a:noFill/>
                </a:ln>
                <a:solidFill>
                  <a:srgbClr val="53585F"/>
                </a:solidFill>
                <a:effectLst/>
                <a:uLnTx/>
                <a:uFillTx/>
                <a:sym typeface="Helvetica Neue"/>
              </a:rPr>
              <a:t>”, se realizará en idioma español y de manera remota.</a:t>
            </a:r>
            <a:endParaRPr lang="es-ES" sz="1000" b="0" i="0" u="none" strike="noStrike" kern="0" cap="none" spc="0" normalizeH="0" baseline="0" noProof="0" dirty="0">
              <a:ln>
                <a:noFill/>
              </a:ln>
              <a:solidFill>
                <a:srgbClr val="53585F"/>
              </a:solidFill>
              <a:effectLst/>
              <a:uLnTx/>
              <a:uFillTx/>
            </a:endParaRP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1000" b="0" i="0" u="none" strike="noStrike" kern="0" cap="none" spc="0" normalizeH="0" baseline="0" noProof="0" dirty="0">
                <a:ln>
                  <a:noFill/>
                </a:ln>
                <a:solidFill>
                  <a:srgbClr val="53585F"/>
                </a:solidFill>
                <a:effectLst/>
                <a:uLnTx/>
                <a:uFillTx/>
                <a:sym typeface="Helvetica Neue"/>
              </a:rPr>
              <a:t>La capacitación en ad hoc, carece de valor académico o certificado Microsoft.</a:t>
            </a:r>
            <a:endParaRPr lang="es-ES" sz="1000" b="0" i="0" u="none" strike="noStrike" kern="0" cap="none" spc="0" normalizeH="0" baseline="0" noProof="0" dirty="0">
              <a:ln>
                <a:noFill/>
              </a:ln>
              <a:solidFill>
                <a:srgbClr val="53585F"/>
              </a:solidFill>
              <a:effectLst/>
              <a:uLnTx/>
              <a:uFillTx/>
            </a:endParaRPr>
          </a:p>
        </p:txBody>
      </p:sp>
    </p:spTree>
    <p:extLst>
      <p:ext uri="{BB962C8B-B14F-4D97-AF65-F5344CB8AC3E}">
        <p14:creationId xmlns:p14="http://schemas.microsoft.com/office/powerpoint/2010/main" val="1092845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7" name="Google Shape;28;p1">
            <a:extLst>
              <a:ext uri="{FF2B5EF4-FFF2-40B4-BE49-F238E27FC236}">
                <a16:creationId xmlns:a16="http://schemas.microsoft.com/office/drawing/2014/main" id="{6CA0B298-1C63-5D43-846F-3EF1F3F72592}"/>
              </a:ext>
            </a:extLst>
          </p:cNvPr>
          <p:cNvSpPr txBox="1"/>
          <p:nvPr/>
        </p:nvSpPr>
        <p:spPr>
          <a:xfrm>
            <a:off x="475202" y="297108"/>
            <a:ext cx="6716429" cy="325801"/>
          </a:xfrm>
          <a:prstGeom prst="rect">
            <a:avLst/>
          </a:prstGeom>
          <a:noFill/>
          <a:ln>
            <a:noFill/>
          </a:ln>
        </p:spPr>
        <p:txBody>
          <a:bodyPr spcFirstLastPara="1" wrap="square" lIns="8925" tIns="8925" rIns="8925" bIns="8925" anchor="t" anchorCtr="0">
            <a:spAutoFit/>
          </a:bodyPr>
          <a:lstStyle/>
          <a:p>
            <a:pPr lvl="0">
              <a:buClr>
                <a:schemeClr val="lt1"/>
              </a:buClr>
              <a:buSzPts val="2695"/>
            </a:pPr>
            <a:r>
              <a:rPr lang="es-MX" sz="2000">
                <a:solidFill>
                  <a:srgbClr val="323232"/>
                </a:solidFill>
                <a:latin typeface="Helvetica" pitchFamily="2" charset="0"/>
                <a:ea typeface="Helvetica Neue"/>
                <a:cs typeface="Helvetica Neue"/>
                <a:sym typeface="Helvetica Neue"/>
              </a:rPr>
              <a:t>FUERA DE ALCANCE</a:t>
            </a:r>
            <a:endParaRPr lang="es-MX" sz="2000" i="0" u="none" strike="noStrike" cap="none">
              <a:solidFill>
                <a:srgbClr val="323232"/>
              </a:solidFill>
              <a:latin typeface="Helvetica" pitchFamily="2" charset="0"/>
              <a:ea typeface="Helvetica Neue"/>
              <a:cs typeface="Helvetica Neue"/>
              <a:sym typeface="Helvetica Neue"/>
            </a:endParaRPr>
          </a:p>
        </p:txBody>
      </p:sp>
      <p:sp>
        <p:nvSpPr>
          <p:cNvPr id="8" name="Rectángulo 7">
            <a:extLst>
              <a:ext uri="{FF2B5EF4-FFF2-40B4-BE49-F238E27FC236}">
                <a16:creationId xmlns:a16="http://schemas.microsoft.com/office/drawing/2014/main" id="{B5E0D127-E382-554E-9EE6-8560521C3E4C}"/>
              </a:ext>
            </a:extLst>
          </p:cNvPr>
          <p:cNvSpPr/>
          <p:nvPr/>
        </p:nvSpPr>
        <p:spPr>
          <a:xfrm>
            <a:off x="0" y="0"/>
            <a:ext cx="142957" cy="5143500"/>
          </a:xfrm>
          <a:prstGeom prst="rect">
            <a:avLst/>
          </a:prstGeom>
          <a:solidFill>
            <a:srgbClr val="072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6">
            <a:extLst>
              <a:ext uri="{FF2B5EF4-FFF2-40B4-BE49-F238E27FC236}">
                <a16:creationId xmlns:a16="http://schemas.microsoft.com/office/drawing/2014/main" id="{6B64500B-B1BE-105A-32BC-DE96DDC0AB3E}"/>
              </a:ext>
            </a:extLst>
          </p:cNvPr>
          <p:cNvSpPr txBox="1"/>
          <p:nvPr/>
        </p:nvSpPr>
        <p:spPr>
          <a:xfrm>
            <a:off x="440219" y="666990"/>
            <a:ext cx="8230056" cy="3600984"/>
          </a:xfrm>
          <a:prstGeom prst="rect">
            <a:avLst/>
          </a:prstGeom>
          <a:noFill/>
          <a:ln w="12700" cap="flat">
            <a:noFill/>
            <a:miter lim="400000"/>
          </a:ln>
          <a:effectLst/>
          <a:sp3d/>
        </p:spPr>
        <p:txBody>
          <a:bodyPr rot="0" spcFirstLastPara="1" vertOverflow="overflow" horzOverflow="overflow" vert="horz" wrap="square" lIns="45719" tIns="45719" rIns="45719" bIns="45719" numCol="1" spcCol="38100" rtlCol="0" anchor="t">
            <a:spAutoFit/>
          </a:bodyPr>
          <a:lstStyle/>
          <a:p>
            <a:pPr marL="171450" indent="-171450" algn="just" defTabSz="1828800" hangingPunct="0">
              <a:lnSpc>
                <a:spcPct val="150000"/>
              </a:lnSpc>
              <a:buClr>
                <a:srgbClr val="6AB335"/>
              </a:buClr>
              <a:buBlip>
                <a:blip r:embed="rId3"/>
              </a:buBlip>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Aprovisionamiento de hardware (de cualquier tipo).</a:t>
            </a:r>
          </a:p>
          <a:p>
            <a:pPr marL="171450" indent="-171450" algn="just" defTabSz="1828800" hangingPunct="0">
              <a:lnSpc>
                <a:spcPct val="150000"/>
              </a:lnSpc>
              <a:buClr>
                <a:srgbClr val="6AB335"/>
              </a:buClr>
              <a:buBlip>
                <a:blip r:embed="rId3"/>
              </a:buBlip>
              <a:defRPr/>
            </a:pPr>
            <a:r>
              <a:rPr lang="es-ES" sz="950" dirty="0">
                <a:solidFill>
                  <a:srgbClr val="53585F"/>
                </a:solidFill>
                <a:latin typeface="Arial" charset="0"/>
                <a:cs typeface="Arial" charset="0"/>
                <a:sym typeface="Helvetica Neue"/>
              </a:rPr>
              <a:t>Configuraciones en AWS.</a:t>
            </a:r>
          </a:p>
          <a:p>
            <a:pPr marL="171450" indent="-171450" algn="just" defTabSz="1828800" hangingPunct="0">
              <a:lnSpc>
                <a:spcPct val="150000"/>
              </a:lnSpc>
              <a:buClr>
                <a:srgbClr val="6AB335"/>
              </a:buClr>
              <a:buBlip>
                <a:blip r:embed="rId3"/>
              </a:buBlip>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Sistema o servicio de respaldos</a:t>
            </a:r>
            <a:r>
              <a:rPr lang="es-ES" sz="950" dirty="0">
                <a:solidFill>
                  <a:srgbClr val="53585F"/>
                </a:solidFill>
                <a:latin typeface="Arial" charset="0"/>
                <a:cs typeface="Arial" charset="0"/>
                <a:sym typeface="Helvetica Neue"/>
              </a:rPr>
              <a:t> de los servidores.</a:t>
            </a:r>
            <a:endPar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endParaRP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Remediaciones sobre los servicios y aplicaciones de negocio del cliente o sobre los servidores a proteger (replicar).</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Preparación, actualización de los servidores a migrar.</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Actividades que no se encuentren listadas como parte de los alcances del presente documento.</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Remediaciones sobre el directorio activo, y aplicativos del cliente.</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Resolución de problemas o configuraciones de la red del cliente.</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Instalación de software y parches en clientes.</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Funcionalidades no soportadas por las tecnologías Microsoft.</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Trabajos sobre otras tecnologías ajenas al sistema de identidades de Microsoft.</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Configuración de la VPN.</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Soporte sobre clientes (usuario final).</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Instalación de software y parches en clientes.</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Funcionalidades no soportadas por las tecnologías Microsoft.</a:t>
            </a:r>
          </a:p>
          <a:p>
            <a:pPr marL="171450" marR="0" lvl="0" indent="-171450" algn="just" defTabSz="1828800" eaLnBrk="1" fontAlgn="auto" latinLnBrk="0" hangingPunct="0">
              <a:lnSpc>
                <a:spcPct val="150000"/>
              </a:lnSpc>
              <a:spcBef>
                <a:spcPts val="0"/>
              </a:spcBef>
              <a:spcAft>
                <a:spcPts val="0"/>
              </a:spcAft>
              <a:buClr>
                <a:srgbClr val="6AB335"/>
              </a:buClr>
              <a:buSzTx/>
              <a:buFontTx/>
              <a:buBlip>
                <a:blip r:embed="rId3"/>
              </a:buBlip>
              <a:tabLst/>
              <a:defRPr/>
            </a:pPr>
            <a:r>
              <a:rPr kumimoji="0" lang="es-ES" sz="950" b="0" i="0" u="none" strike="noStrike" kern="0" cap="none" spc="0" normalizeH="0" baseline="0" noProof="0" dirty="0">
                <a:ln>
                  <a:noFill/>
                </a:ln>
                <a:solidFill>
                  <a:srgbClr val="53585F"/>
                </a:solidFill>
                <a:effectLst/>
                <a:uLnTx/>
                <a:uFillTx/>
                <a:latin typeface="Arial" charset="0"/>
                <a:cs typeface="Arial" charset="0"/>
                <a:sym typeface="Helvetica Neue"/>
              </a:rPr>
              <a:t>Ejecución de proyecto en sitio, si fuese requerido el cliente deberá cubrir los viáticos correspondientes.</a:t>
            </a:r>
          </a:p>
        </p:txBody>
      </p:sp>
    </p:spTree>
    <p:extLst>
      <p:ext uri="{BB962C8B-B14F-4D97-AF65-F5344CB8AC3E}">
        <p14:creationId xmlns:p14="http://schemas.microsoft.com/office/powerpoint/2010/main" val="737590706"/>
      </p:ext>
    </p:extLst>
  </p:cSld>
  <p:clrMapOvr>
    <a:masterClrMapping/>
  </p:clrMapOvr>
</p:sld>
</file>

<file path=ppt/theme/theme1.xml><?xml version="1.0" encoding="utf-8"?>
<a:theme xmlns:a="http://schemas.openxmlformats.org/drawingml/2006/main" name="Dark Background">
  <a:themeElements>
    <a:clrScheme name="Personalizados 2">
      <a:dk1>
        <a:srgbClr val="000000"/>
      </a:dk1>
      <a:lt1>
        <a:srgbClr val="FFFFFF"/>
      </a:lt1>
      <a:dk2>
        <a:srgbClr val="A7A7A7"/>
      </a:dk2>
      <a:lt2>
        <a:srgbClr val="535353"/>
      </a:lt2>
      <a:accent1>
        <a:srgbClr val="002F51"/>
      </a:accent1>
      <a:accent2>
        <a:srgbClr val="004D7F"/>
      </a:accent2>
      <a:accent3>
        <a:srgbClr val="005D99"/>
      </a:accent3>
      <a:accent4>
        <a:srgbClr val="2BB7FF"/>
      </a:accent4>
      <a:accent5>
        <a:srgbClr val="F3F3F3"/>
      </a:accent5>
      <a:accent6>
        <a:srgbClr val="333D47"/>
      </a:accent6>
      <a:hlink>
        <a:srgbClr val="00C893"/>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rk Background">
  <a:themeElements>
    <a:clrScheme name="Dark Background">
      <a:dk1>
        <a:srgbClr val="000000"/>
      </a:dk1>
      <a:lt1>
        <a:srgbClr val="FFFFFF"/>
      </a:lt1>
      <a:dk2>
        <a:srgbClr val="A7A7A7"/>
      </a:dk2>
      <a:lt2>
        <a:srgbClr val="535353"/>
      </a:lt2>
      <a:accent1>
        <a:srgbClr val="FF2744"/>
      </a:accent1>
      <a:accent2>
        <a:srgbClr val="FF9E02"/>
      </a:accent2>
      <a:accent3>
        <a:srgbClr val="07BDFA"/>
      </a:accent3>
      <a:accent4>
        <a:srgbClr val="815BFF"/>
      </a:accent4>
      <a:accent5>
        <a:srgbClr val="F3F3F3"/>
      </a:accent5>
      <a:accent6>
        <a:srgbClr val="333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f0988cf-b916-4aef-be09-a5b167b8e64b">
      <Terms xmlns="http://schemas.microsoft.com/office/infopath/2007/PartnerControls"/>
    </lcf76f155ced4ddcb4097134ff3c332f>
    <TaxCatchAll xmlns="a40b15bf-a0ee-40c6-83f3-9ad08aec07d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E88C3A55D3DF14AB542FDA1C047E881" ma:contentTypeVersion="11" ma:contentTypeDescription="Crear nuevo documento." ma:contentTypeScope="" ma:versionID="7a8d97ade131c370de6fc57fbc17777f">
  <xsd:schema xmlns:xsd="http://www.w3.org/2001/XMLSchema" xmlns:xs="http://www.w3.org/2001/XMLSchema" xmlns:p="http://schemas.microsoft.com/office/2006/metadata/properties" xmlns:ns2="8f0988cf-b916-4aef-be09-a5b167b8e64b" xmlns:ns3="a40b15bf-a0ee-40c6-83f3-9ad08aec07df" targetNamespace="http://schemas.microsoft.com/office/2006/metadata/properties" ma:root="true" ma:fieldsID="dade8128ef52ae1c85cb3d4f0c666867" ns2:_="" ns3:_="">
    <xsd:import namespace="8f0988cf-b916-4aef-be09-a5b167b8e64b"/>
    <xsd:import namespace="a40b15bf-a0ee-40c6-83f3-9ad08aec07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0988cf-b916-4aef-be09-a5b167b8e6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n" ma:readOnly="false" ma:fieldId="{5cf76f15-5ced-4ddc-b409-7134ff3c332f}" ma:taxonomyMulti="true" ma:sspId="356ddc42-9cb0-4596-a39e-efc9f82fe56b"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0b15bf-a0ee-40c6-83f3-9ad08aec07df"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0bc70bb-a546-4bc1-8f21-cf1440150fcc}" ma:internalName="TaxCatchAll" ma:showField="CatchAllData" ma:web="a40b15bf-a0ee-40c6-83f3-9ad08aec07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9BCD4C-CB3C-44BD-ABE3-A50A6C487E0E}">
  <ds:schemaRefs>
    <ds:schemaRef ds:uri="http://schemas.microsoft.com/sharepoint/v3/contenttype/forms"/>
  </ds:schemaRefs>
</ds:datastoreItem>
</file>

<file path=customXml/itemProps2.xml><?xml version="1.0" encoding="utf-8"?>
<ds:datastoreItem xmlns:ds="http://schemas.openxmlformats.org/officeDocument/2006/customXml" ds:itemID="{5642D47C-875B-4668-8843-2648FE613944}">
  <ds:schemaRefs>
    <ds:schemaRef ds:uri="http://www.w3.org/XML/1998/namespace"/>
    <ds:schemaRef ds:uri="http://schemas.openxmlformats.org/package/2006/metadata/core-properties"/>
    <ds:schemaRef ds:uri="http://schemas.microsoft.com/office/infopath/2007/PartnerControls"/>
    <ds:schemaRef ds:uri="http://purl.org/dc/dcmitype/"/>
    <ds:schemaRef ds:uri="1df411cb-7beb-43ab-a9cb-71c2dbb07a8d"/>
    <ds:schemaRef ds:uri="http://purl.org/dc/terms/"/>
    <ds:schemaRef ds:uri="http://purl.org/dc/elements/1.1/"/>
    <ds:schemaRef ds:uri="http://schemas.microsoft.com/office/2006/documentManagement/types"/>
    <ds:schemaRef ds:uri="195f5eba-e8cc-454a-a229-8c6c3ce17b10"/>
    <ds:schemaRef ds:uri="http://schemas.microsoft.com/office/2006/metadata/properties"/>
    <ds:schemaRef ds:uri="8f0988cf-b916-4aef-be09-a5b167b8e64b"/>
    <ds:schemaRef ds:uri="a40b15bf-a0ee-40c6-83f3-9ad08aec07df"/>
  </ds:schemaRefs>
</ds:datastoreItem>
</file>

<file path=customXml/itemProps3.xml><?xml version="1.0" encoding="utf-8"?>
<ds:datastoreItem xmlns:ds="http://schemas.openxmlformats.org/officeDocument/2006/customXml" ds:itemID="{AFAE8FA8-4941-4D0D-B471-3B1F6A99CC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0988cf-b916-4aef-be09-a5b167b8e64b"/>
    <ds:schemaRef ds:uri="a40b15bf-a0ee-40c6-83f3-9ad08aec07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209</TotalTime>
  <Words>2500</Words>
  <Application>Microsoft Office PowerPoint</Application>
  <PresentationFormat>Presentación en pantalla (16:9)</PresentationFormat>
  <Paragraphs>215</Paragraphs>
  <Slides>17</Slides>
  <Notes>17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Arial</vt:lpstr>
      <vt:lpstr>Calibri</vt:lpstr>
      <vt:lpstr>Helvetica</vt:lpstr>
      <vt:lpstr>Helvetica Neue</vt:lpstr>
      <vt:lpstr>Montserrat Light</vt:lpstr>
      <vt:lpstr>Segoe UI Light</vt:lpstr>
      <vt:lpstr>Dark Background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Cesar Larios Jurado</cp:lastModifiedBy>
  <cp:revision>15</cp:revision>
  <dcterms:modified xsi:type="dcterms:W3CDTF">2026-05-13T17:11:47Z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0x0101008E88C3A55D3DF14AB542FDA1C047E881</vt:lpwstr>
  </property>
  <property fmtid="{D5CDD505-2E9C-101B-9397-08002B2CF9AE}" pid="3" name="MediaServiceImageTags">
    <vt:lpwstr/>
  </property>
</Properties>
</file>